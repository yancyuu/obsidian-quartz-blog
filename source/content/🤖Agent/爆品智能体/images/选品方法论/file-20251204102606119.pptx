
<file path=[Content_Types].xml><?xml version="1.0" encoding="utf-8"?>
<Types xmlns="http://schemas.openxmlformats.org/package/2006/content-types">
  <Default Extension="png" ContentType="image/png"/>
  <Default Extension="gif" ContentType="image/gif"/>
  <Default Extension="jpeg" ContentType="image/jpeg"/>
  <Default Extension="JPG" ContentType="image/.jp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74" r:id="rId3"/>
    <p:sldId id="603" r:id="rId5"/>
    <p:sldId id="618" r:id="rId6"/>
    <p:sldId id="621" r:id="rId7"/>
    <p:sldId id="611" r:id="rId8"/>
    <p:sldId id="315" r:id="rId9"/>
    <p:sldId id="620" r:id="rId10"/>
    <p:sldId id="615" r:id="rId11"/>
    <p:sldId id="616" r:id="rId12"/>
    <p:sldId id="619" r:id="rId13"/>
    <p:sldId id="322" r:id="rId14"/>
    <p:sldId id="326" r:id="rId15"/>
    <p:sldId id="617" r:id="rId16"/>
    <p:sldId id="610" r:id="rId17"/>
    <p:sldId id="607" r:id="rId18"/>
    <p:sldId id="343" r:id="rId19"/>
    <p:sldId id="345" r:id="rId20"/>
    <p:sldId id="614" r:id="rId21"/>
    <p:sldId id="367" r:id="rId22"/>
    <p:sldId id="424" r:id="rId23"/>
    <p:sldId id="594" r:id="rId24"/>
  </p:sldIdLst>
  <p:sldSz cx="11519535" cy="647954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37" userDrawn="1">
          <p15:clr>
            <a:srgbClr val="A4A3A4"/>
          </p15:clr>
        </p15:guide>
        <p15:guide id="2" pos="363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285585263@qq.com" initials="2" lastIdx="1" clrIdx="0"/>
  <p:cmAuthor id="2" name="Sun Danny" initials="SD" lastIdx="1" clrIdx="1"/>
  <p:cmAuthor id="3" name="Ad'min" initials="A" lastIdx="3" clrIdx="2"/>
  <p:cmAuthor id="4" name="伯骁" initials="伯骁" lastIdx="1" clrIdx="0"/>
  <p:cmAuthor id="5" name="未知用户1" initials="未知用户1" lastIdx="1" clrIdx="3"/>
  <p:cmAuthor id="6" name="Microsoft Office 用户" initials="Office" lastIdx="1" clrIdx="3"/>
  <p:cmAuthor id="7" name="张 虎" initials="张" lastIdx="1" clrIdx="2"/>
  <p:cmAuthor id="8" name="Pulman-Jones, Simon (GfK)" initials="SPJ" lastIdx="10" clrIdx="0"/>
  <p:cmAuthor id="9" name="HUAWEI" initials="H" lastIdx="1" clrIdx="8"/>
  <p:cmAuthor id="10" name="邹庆" initials="邹庆" lastIdx="7" clrIdx="0"/>
  <p:cmAuthor id="11" name="微软用户" initials="微软用户" lastIdx="1" clrIdx="0"/>
  <p:cmAuthor id="12" name="Mia Vida Villanueva" initials="MVV" lastIdx="1" clrIdx="0"/>
  <p:cmAuthor id="13" name="1" initials="1" lastIdx="24" clrIdx="11"/>
  <p:cmAuthor id="14" name="未知用户11" initials="未" lastIdx="1" clrIdx="13"/>
  <p:cmAuthor id="15" name="shiheng" initials="s" lastIdx="2" clrIdx="14"/>
  <p:cmAuthor id="16" name="MA6359" initials="M" lastIdx="1" clrIdx="15"/>
  <p:cmAuthor id="17" name="fu qizhen" initials="fq" lastIdx="1" clrIdx="25"/>
  <p:cmAuthor id="18" name="YG" initials="Y" lastIdx="1" clrIdx="17"/>
  <p:cmAuthor id="19" name="石萌" initials="石" lastIdx="1" clrIdx="19"/>
  <p:cmAuthor id="20" name="马海燕" initials="马" lastIdx="1" clrIdx="18"/>
  <p:cmAuthor id="21" name="薛飞飞" initials="薛" lastIdx="4" clrIdx="199"/>
  <p:cmAuthor id="22" name="云峰 贾" initials="云" lastIdx="2" clrIdx="0"/>
  <p:cmAuthor id="23" name="周平" initials="周" lastIdx="0" clrIdx="0"/>
  <p:cmAuthor id="24" name="萧然" initials="萧" lastIdx="1" clrIdx="37"/>
  <p:cmAuthor id="25" name="永平 李" initials="永" lastIdx="1" clrIdx="4"/>
  <p:cmAuthor id="26" name="王军" initials="王" lastIdx="1" clrIdx="128"/>
  <p:cmAuthor id="27" name="jgj" initials="j" lastIdx="1" clrIdx="2"/>
  <p:cmAuthor id="28" name="孟祥超" initials="孟" lastIdx="2" clrIdx="1"/>
  <p:cmAuthor id="29" name="密 李" initials="密" lastIdx="1" clrIdx="34"/>
  <p:cmAuthor id="30" name="王向妮" initials="王向妮" lastIdx="5" clrIdx="244"/>
  <p:cmAuthor id="31" name="桓蕾" initials="桓" lastIdx="1" clrIdx="101"/>
  <p:cmAuthor id="32" name="hys2" initials="h" lastIdx="1" clrIdx="0"/>
  <p:cmAuthor id="33" name="user" initials="u" lastIdx="502" clrIdx="0"/>
  <p:cmAuthor id="34" name="covslj" initials="c" lastIdx="4" clrIdx="0"/>
  <p:cmAuthor id="35" name="吕喜龙" initials="吕" lastIdx="10" clrIdx="0"/>
  <p:cmAuthor id="36" name="wanwen" initials="w" lastIdx="1" clrIdx="0"/>
  <p:cmAuthor id="37" name="andres.x.gomez" initials="a" lastIdx="4" clrIdx="0"/>
  <p:cmAuthor id="38" name="李占明" initials="李" lastIdx="2" clrIdx="0"/>
  <p:cmAuthor id="39" name="许弘扬" initials="许" lastIdx="1" clrIdx="0"/>
  <p:cmAuthor id="40" name="nine" initials="n" lastIdx="1" clrIdx="0"/>
  <p:cmAuthor id="41" name="武春莲" initials="武春莲" lastIdx="1" clrIdx="129"/>
  <p:cmAuthor id="42" name="徐光宇" initials="徐" lastIdx="1" clrIdx="0"/>
  <p:cmAuthor id="43" name="mac" initials="m" lastIdx="1" clrIdx="0"/>
  <p:cmAuthor id="44" name="Liu, Leo (MBSHR cs)" initials="L" lastIdx="2" clrIdx="0"/>
  <p:cmAuthor id="45" name="刘豹" initials="刘" lastIdx="0" clrIdx="0"/>
  <p:cmAuthor id="46" name="邹积逊" initials="邹" lastIdx="1" clrIdx="0"/>
  <p:cmAuthor id="47" name="dingbo" initials="d" lastIdx="1" clrIdx="0"/>
  <p:cmAuthor id="48" name="赵琦" initials="赵" lastIdx="4" clrIdx="1"/>
  <p:cmAuthor id="49" name="杜雪梅" initials="杜" lastIdx="1" clrIdx="0"/>
  <p:cmAuthor id="50" name="宋俭" initials="宋" lastIdx="1" clrIdx="36"/>
  <p:cmAuthor id="51" name="余志宝" initials="余" lastIdx="2" clrIdx="126"/>
  <p:cmAuthor id="52" name="鲍华明" initials="鲍" lastIdx="1" clrIdx="0"/>
  <p:cmAuthor id="53" name="陶川" initials="陶" lastIdx="1" clrIdx="0"/>
  <p:cmAuthor id="54" name="yangyanxia" initials="y" lastIdx="1" clrIdx="0"/>
  <p:cmAuthor id="55" name="原鹏" initials="原" lastIdx="2" clrIdx="34"/>
  <p:cmAuthor id="56" name="陈桂枝" initials="陈" lastIdx="1" clrIdx="0"/>
  <p:cmAuthor id="57" name="何序桃" initials="何" lastIdx="1" clrIdx="0"/>
  <p:cmAuthor id="58" name="xschao" initials="x" lastIdx="1" clrIdx="0"/>
  <p:cmAuthor id="59" name="朱悦龙" initials="朱" lastIdx="1" clrIdx="0"/>
  <p:cmAuthor id="60" name="吴铁映" initials="吴" lastIdx="1" clrIdx="34"/>
  <p:cmAuthor id="61" name="贡鑫" initials="贡" lastIdx="2" clrIdx="0"/>
  <p:cmAuthor id="62" name="lemonking" initials="l" lastIdx="1" clrIdx="47"/>
  <p:cmAuthor id="63" name="沈永强" initials="沈" lastIdx="1" clrIdx="0"/>
  <p:cmAuthor id="64" name="office365" initials="o" lastIdx="1" clrIdx="3"/>
  <p:cmAuthor id="65" name="史战飞" initials="史" lastIdx="10" clrIdx="0"/>
  <p:cmAuthor id="66" name="谭涛" initials="谭" lastIdx="11" clrIdx="4"/>
  <p:cmAuthor id="67" name="柴志强" initials="柴" lastIdx="1" clrIdx="20"/>
  <p:cmAuthor id="68" name="qinghui han" initials="q" lastIdx="24" clrIdx="0"/>
  <p:cmAuthor id="69" name="panhong" initials="p" lastIdx="18" clrIdx="0"/>
  <p:cmAuthor id="70" name="thinkpad" initials="t" lastIdx="2" clrIdx="0"/>
  <p:cmAuthor id="71" name="蔚勇军" initials="蔚" lastIdx="2" clrIdx="0"/>
  <p:cmAuthor id="72" name="仝德志" initials="仝" lastIdx="1" clrIdx="0"/>
  <p:cmAuthor id="73" name="rq fan" initials="r" lastIdx="3" clrIdx="1"/>
  <p:cmAuthor id="74" name="董威" initials="董" lastIdx="0" clrIdx="0"/>
  <p:cmAuthor id="75" name="光启" initials="光" lastIdx="1" clrIdx="0"/>
  <p:cmAuthor id="76" name="新萝卜家园" initials="新" lastIdx="0" clrIdx="0"/>
  <p:cmAuthor id="77" name="贾清山" initials="贾" lastIdx="1" clrIdx="0"/>
  <p:cmAuthor id="78" name="冯帅" initials="冯" lastIdx="1" clrIdx="0"/>
  <p:cmAuthor id="79" name="????" initials="?" lastIdx="24" clrIdx="3"/>
  <p:cmAuthor id="80" name="广东伊利" initials="广" lastIdx="122" clrIdx="5"/>
  <p:cmAuthor id="81" name="毛香勤" initials="毛" lastIdx="26" clrIdx="6"/>
  <p:cmAuthor id="82" name="姜亚荣" initials="姜" lastIdx="778" clrIdx="3"/>
  <p:cmAuthor id="83" name="杨晶" initials="杨" lastIdx="26" clrIdx="0"/>
  <p:cmAuthor id="84" name="任勇" initials="任" lastIdx="5" clrIdx="0"/>
  <p:cmAuthor id="85" name="仵新荣" initials="仵" lastIdx="11" clrIdx="0"/>
  <p:cmAuthor id="86" name="樊革霞" initials="樊" lastIdx="56" clrIdx="0"/>
  <p:cmAuthor id="87" name="席美娟" initials="席" lastIdx="4" clrIdx="1"/>
  <p:cmAuthor id="88" name="郭金玲" initials="郭" lastIdx="2" clrIdx="2"/>
  <p:cmAuthor id="89" name="fgx" initials="f" lastIdx="6" clrIdx="6"/>
  <p:cmAuthor id="90" name="郑汝鸿" initials="郑" lastIdx="2" clrIdx="0"/>
  <p:cmAuthor id="91" name="惠莲" initials="惠" lastIdx="37" clrIdx="4"/>
  <p:cmAuthor id="92" name="邢辰凤" initials="邢" lastIdx="45" clrIdx="7"/>
  <p:cmAuthor id="93" name="侯雪飞" initials="侯" lastIdx="1" clrIdx="0"/>
  <p:cmAuthor id="94" name="志斌 杜" initials="志" lastIdx="5" clrIdx="103"/>
  <p:cmAuthor id="95" name="孙大威" initials="孙" lastIdx="21" clrIdx="4"/>
  <p:cmAuthor id="96" name="段振华" initials="段" lastIdx="1" clrIdx="0"/>
  <p:cmAuthor id="97" name="Pei" initials="P" lastIdx="0" clrIdx="1"/>
  <p:cmAuthor id="98" name="陈甜甜" initials="陈甜甜" lastIdx="1" clrIdx="218"/>
  <p:cmAuthor id="99" name="郝志永" initials="郝" lastIdx="2" clrIdx="4"/>
  <p:cmAuthor id="100" name="於宝泉" initials="於" lastIdx="0" clrIdx="2"/>
  <p:cmAuthor id="101" name="包珊珊" initials="包" lastIdx="7" clrIdx="23"/>
  <p:cmAuthor id="102" name="施普希（菜菜）" initials="施" lastIdx="0" clrIdx="0"/>
  <p:cmAuthor id="103" name="曾蓓/贝贝" initials="曾" lastIdx="0" clrIdx="0"/>
  <p:cmAuthor id="104" name="龚 建豪" initials="龚" lastIdx="1" clrIdx="104"/>
  <p:cmAuthor id="105" name="hu wei(胡伟)" initials="hw" lastIdx="1" clrIdx="204"/>
  <p:cmAuthor id="106" name="USER" initials="U" lastIdx="18" clrIdx="0"/>
  <p:cmAuthor id="107" name="沈 鹂墨" initials="" lastIdx="1" clrIdx="0"/>
  <p:cmAuthor id="231" name="张金玉" initials="张" lastIdx="1" clrIdx="0"/>
  <p:cmAuthor id="234" name="Yuan Yuan" initials="Y" lastIdx="1" clrIdx="0"/>
  <p:cmAuthor id="236" name="未知用户24" initials="未" lastIdx="1" clrIdx="0"/>
  <p:cmAuthor id="239" name="王霞" initials="王" lastIdx="1" clrIdx="1"/>
  <p:cmAuthor id="243" name="张大海" initials="张" lastIdx="1" clrIdx="0"/>
  <p:cmAuthor id="246" name="Azfar Mir" initials="A" lastIdx="130" clrIdx="0"/>
  <p:cmAuthor id="257" name="马伟媛" initials="马" lastIdx="2" clrIdx="200"/>
  <p:cmAuthor id="263" name="王 辉" initials="王" lastIdx="20" clrIdx="36"/>
  <p:cmAuthor id="270" name="未知用户147" initials="未" lastIdx="3" clrIdx="0"/>
  <p:cmAuthor id="271" name="未知用户44" initials="未" lastIdx="2" clrIdx="2"/>
  <p:cmAuthor id="273" name="未知用户133" initials="未" lastIdx="21" clrIdx="4"/>
  <p:cmAuthor id="275" name="未知用户135" initials="未" lastIdx="1" clrIdx="0"/>
  <p:cmAuthor id="285" name="吕鑫明" initials="吕" lastIdx="0" clrIdx="2"/>
  <p:cmAuthor id="286" name="赵静" initials="赵" lastIdx="1" clrIdx="0"/>
  <p:cmAuthor id="289" name="王强" initials="王" lastIdx="1" clrIdx="0"/>
  <p:cmAuthor id="316" name="未知用户87" initials="未" lastIdx="0" clrIdx="0"/>
  <p:cmAuthor id="319" name="张春贤" initials="张" lastIdx="13" clrIdx="128"/>
  <p:cmAuthor id="109" name="未知用户57" initials="未" lastIdx="4" clrIdx="0"/>
  <p:cmAuthor id="110" name="贾红喜" initials="贾" lastIdx="4" clrIdx="0"/>
  <p:cmAuthor id="112" name="张成真" initials="张" lastIdx="1" clrIdx="0"/>
  <p:cmAuthor id="113" name="张宏伟" initials="张" lastIdx="46" clrIdx="0"/>
  <p:cmAuthor id="114" name="赵洪丹" initials="赵" lastIdx="173" clrIdx="2"/>
  <p:cmAuthor id="116" name="刘" initials="刘" lastIdx="8" clrIdx="0"/>
  <p:cmAuthor id="117" name="张德胜" initials="张" lastIdx="2" clrIdx="1"/>
  <p:cmAuthor id="118" name="张" initials="张" lastIdx="105" clrIdx="2"/>
  <p:cmAuthor id="119" name="赵丽丽" initials="赵" lastIdx="6" clrIdx="3"/>
  <p:cmAuthor id="120" name="周建文" initials="周" lastIdx="6" clrIdx="4"/>
  <p:cmAuthor id="123" name="朱彩霞" initials="朱" lastIdx="2" clrIdx="0"/>
  <p:cmAuthor id="124" name="admin" initials="a" lastIdx="249" clrIdx="1"/>
  <p:cmAuthor id="125" name="王婷慧" initials="王" lastIdx="829" clrIdx="0"/>
  <p:cmAuthor id="126" name="王伟" initials="王" lastIdx="494" clrIdx="2"/>
  <p:cmAuthor id="129" name="张利英" initials="张" lastIdx="2" clrIdx="2"/>
  <p:cmAuthor id="130" name="张双文" initials="张" lastIdx="2" clrIdx="3"/>
  <p:cmAuthor id="132" name="李天骄" initials="李" lastIdx="2" clrIdx="1"/>
  <p:cmAuthor id="133" name="王川雪" initials="王" lastIdx="65" clrIdx="0"/>
  <p:cmAuthor id="138" name="王景红" initials="王" lastIdx="6" clrIdx="3"/>
  <p:cmAuthor id="139" name="席金煜" initials="席" lastIdx="42" clrIdx="4"/>
  <p:cmAuthor id="140" name="樊佳佳" initials="樊" lastIdx="59" clrIdx="5"/>
  <p:cmAuthor id="143" name="杨秀丰" initials="杨" lastIdx="62" clrIdx="2"/>
  <p:cmAuthor id="146" name="liang ma" initials="l" lastIdx="1" clrIdx="35"/>
  <p:cmAuthor id="147" name="未知用户33" initials="未" lastIdx="2" clrIdx="2"/>
  <p:cmAuthor id="148" name="未知用户46" initials="未" lastIdx="1" clrIdx="0"/>
  <p:cmAuthor id="149" name="朱海平" initials="朱" lastIdx="1" clrIdx="16"/>
  <p:cmAuthor id="150" name="未知用户39" initials="未" lastIdx="2" clrIdx="1"/>
  <p:cmAuthor id="151" name="未知用户49" initials="未" lastIdx="1" clrIdx="0"/>
  <p:cmAuthor id="152" name="未知用户31" initials="未" lastIdx="4" clrIdx="0"/>
  <p:cmAuthor id="153" name="未知用户32" initials="未" lastIdx="4" clrIdx="33"/>
  <p:cmAuthor id="154" name="未知用户134" initials="未" lastIdx="1" clrIdx="1"/>
  <p:cmAuthor id="155" name="李勇" initials="李" lastIdx="1" clrIdx="17"/>
  <p:cmAuthor id="156" name="未知用户54" initials="未" lastIdx="18" clrIdx="0"/>
  <p:cmAuthor id="157" name="未知用户55" initials="未" lastIdx="2" clrIdx="0"/>
  <p:cmAuthor id="159" name="王炎" initials="王" lastIdx="1" clrIdx="0"/>
  <p:cmAuthor id="160" name="liu yj" initials="l" lastIdx="8" clrIdx="35"/>
  <p:cmAuthor id="161" name="未知用户136" initials="未" lastIdx="1" clrIdx="0"/>
  <p:cmAuthor id="162" name="未知用户137" initials="未" lastIdx="1" clrIdx="0"/>
  <p:cmAuthor id="163" name="未知用户146" initials="未" lastIdx="1" clrIdx="0"/>
  <p:cmAuthor id="164" name="未知用户138" initials="未" lastIdx="1" clrIdx="0"/>
  <p:cmAuthor id="165" name="未知用户139" initials="未" lastIdx="4" clrIdx="0"/>
  <p:cmAuthor id="166" name="未知用户140" initials="未" lastIdx="13" clrIdx="0"/>
  <p:cmAuthor id="167" name="未知用户141" initials="未" lastIdx="2" clrIdx="0"/>
  <p:cmAuthor id="168" name="未知用户142" initials="未" lastIdx="2" clrIdx="1"/>
  <p:cmAuthor id="169" name="未知用户143" initials="未" lastIdx="16" clrIdx="2"/>
  <p:cmAuthor id="170" name="未知用户144" initials="未" lastIdx="0" clrIdx="0"/>
  <p:cmAuthor id="171" name="未知用户50" initials="未" lastIdx="4" clrIdx="0"/>
  <p:cmAuthor id="172" name="未知用户51" initials="未" lastIdx="1" clrIdx="0"/>
  <p:cmAuthor id="173" name="未知用户56" initials="未" lastIdx="1" clrIdx="0"/>
  <p:cmAuthor id="174" name="未知用户53" initials="未" lastIdx="1" clrIdx="0"/>
  <p:cmAuthor id="175" name="Yuan Hu" initials="Y" lastIdx="1" clrIdx="0"/>
  <p:cmAuthor id="176" name="宋少霞" initials="宋" lastIdx="1" clrIdx="2"/>
  <p:cmAuthor id="177" name="张惠" initials="张" lastIdx="1" clrIdx="0"/>
  <p:cmAuthor id="180" name="未知用户88" initials="未" lastIdx="3" clrIdx="0"/>
  <p:cmAuthor id="181" name="未知用户89" initials="未" lastIdx="21" clrIdx="4"/>
  <p:cmAuthor id="182" name="未知用户90" initials="未" lastIdx="1" clrIdx="1"/>
  <p:cmAuthor id="183" name="未知用户91" initials="未" lastIdx="1" clrIdx="0"/>
  <p:cmAuthor id="184" name="未知用户92" initials="未" lastIdx="1" clrIdx="0"/>
  <p:cmAuthor id="185" name="未知用户93" initials="未" lastIdx="1" clrIdx="0"/>
  <p:cmAuthor id="186" name="未知用户94" initials="未" lastIdx="1" clrIdx="0"/>
  <p:cmAuthor id="187" name="未知用户95" initials="未" lastIdx="4" clrIdx="0"/>
  <p:cmAuthor id="188" name="未知用户96" initials="未" lastIdx="13" clrIdx="0"/>
  <p:cmAuthor id="189" name="未知用户97" initials="未" lastIdx="2" clrIdx="0"/>
  <p:cmAuthor id="190" name="未知用户98" initials="未" lastIdx="2" clrIdx="1"/>
  <p:cmAuthor id="191" name="未知用户99" initials="未" lastIdx="16" clrIdx="2"/>
  <p:cmAuthor id="192" name="未知用户100" initials="未" lastIdx="0" clrIdx="0"/>
  <p:cmAuthor id="193" name="未知用户101" initials="未" lastIdx="3" clrIdx="0"/>
  <p:cmAuthor id="194" name="未知用户71" initials="未" lastIdx="2" clrIdx="0"/>
  <p:cmAuthor id="195" name="未知用户72" initials="未" lastIdx="2" clrIdx="1"/>
  <p:cmAuthor id="196" name="未知用户73" initials="未" lastIdx="16" clrIdx="2"/>
  <p:cmAuthor id="197" name="未知用户74" initials="未" lastIdx="0" clrIdx="0"/>
  <p:cmAuthor id="198" name="未知用户75" initials="未" lastIdx="3" clrIdx="0"/>
  <p:cmAuthor id="199" name="未知用户76" initials="未" lastIdx="21" clrIdx="4"/>
  <p:cmAuthor id="200" name="未知用户77" initials="未" lastIdx="1" clrIdx="1"/>
  <p:cmAuthor id="201" name="未知用户78" initials="未" lastIdx="1" clrIdx="0"/>
  <p:cmAuthor id="202" name="未知用户79" initials="未" lastIdx="1" clrIdx="0"/>
  <p:cmAuthor id="203" name="未知用户80" initials="未" lastIdx="1" clrIdx="0"/>
  <p:cmAuthor id="204" name="未知用户81" initials="未" lastIdx="1" clrIdx="0"/>
  <p:cmAuthor id="205" name="未知用户82" initials="未" lastIdx="4" clrIdx="0"/>
  <p:cmAuthor id="206" name="未知用户83" initials="未" lastIdx="13" clrIdx="0"/>
  <p:cmAuthor id="207" name="未知用户84" initials="未" lastIdx="2" clrIdx="0"/>
  <p:cmAuthor id="208" name="未知用户85" initials="未" lastIdx="2" clrIdx="1"/>
  <p:cmAuthor id="209" name="未知用户86" initials="未" lastIdx="16" clrIdx="2"/>
  <p:cmAuthor id="210" name="李刚" initials="李" lastIdx="3" clrIdx="0"/>
  <p:cmAuthor id="214" name="Ying Li" initials="Y" lastIdx="1" clrIdx="2"/>
  <p:cmAuthor id="215" name="lou cynthia" initials="l" lastIdx="1" clrIdx="0"/>
  <p:cmAuthor id="216" name="Author" initials="A" lastIdx="1" clrIdx="0"/>
  <p:cmAuthor id="217" name="马红" initials="马" lastIdx="7" clrIdx="0"/>
  <p:cmAuthor id="218" name="杨彦伟" initials="杨" lastIdx="3" clrIdx="0"/>
  <p:cmAuthor id="221" name="hyrx05" initials="h" lastIdx="3" clrIdx="5"/>
  <p:cmAuthor id="222" name="Lzy" initials="L" lastIdx="1" clrIdx="0"/>
  <p:cmAuthor id="191251535" name="沈霄雷" initials="沈" lastIdx="833089" clrIdx="0"/>
  <p:cmAuthor id="191251536" name="李哲(ZheLi)-顺丰科技" initials="a" lastIdx="1" clrIdx="11"/>
  <p:cmAuthor id="211" name="宋 慧" initials="宋" lastIdx="1" clrIdx="102"/>
  <p:cmAuthor id="1483810881" name="WPS_1679281038" initials="W" lastIdx="1" clrIdx="2"/>
  <p:cmAuthor id="108" name="作者" initials="A" lastIdx="0" clrIdx="107"/>
  <p:cmAuthor id="260" name="MLOONG" initials="M" lastIdx="0" clrIdx="259"/>
  <p:cmAuthor id="262" name="张金龙" initials="张" lastIdx="0" clrIdx="261"/>
  <p:cmAuthor id="264" name="YuQing" initials="Y" lastIdx="0" clrIdx="263"/>
  <p:cmAuthor id="111" name="未知用户5" initials="未" lastIdx="0" clrIdx="110"/>
  <p:cmAuthor id="121" name="未知用户37" initials="未" lastIdx="0" clrIdx="120"/>
  <p:cmAuthor id="127" name="马静" initials="马" lastIdx="0" clrIdx="126"/>
  <p:cmAuthor id="134" name="未知用户41" initials="未" lastIdx="0" clrIdx="133"/>
  <p:cmAuthor id="136" name="未知用户47" initials="未" lastIdx="0" clrIdx="135"/>
  <p:cmAuthor id="137" name="未知用户42" initials="未" lastIdx="0" clrIdx="136"/>
  <p:cmAuthor id="141" name="liying" initials="l" lastIdx="0" clrIdx="140"/>
  <p:cmAuthor id="144" name="李正" initials="李" lastIdx="0" clrIdx="143"/>
  <p:cmAuthor id="145" name="吴铭锐" initials="吴" lastIdx="0" clrIdx="144"/>
  <p:cmAuthor id="276" name="刘团结" initials="authorId_1264922873" lastIdx="0" clrIdx="275"/>
  <p:cmAuthor id="277" name="宋婉瑜" initials="宋婉瑜" lastIdx="0" clrIdx="276"/>
  <p:cmAuthor id="278" name="元气蜡笔新" initials="元" lastIdx="0" clrIdx="277"/>
  <p:cmAuthor id="279" name="Marstian" initials="M" lastIdx="0" clrIdx="278"/>
  <p:cmAuthor id="280" name="cellhill@office365.ws" initials="c" lastIdx="0" clrIdx="279"/>
  <p:cmAuthor id="281" name="songtianyu" initials="s" lastIdx="0" clrIdx="280"/>
  <p:cmAuthor id="282" name="yi" initials="y" lastIdx="0" clrIdx="281"/>
  <p:cmAuthor id="283" name="盼盼" initials="盼" lastIdx="0" clrIdx="282"/>
  <p:cmAuthor id="284" name="衽嘴嘴( •̀∀•́ )" initials="衽" lastIdx="0" clrIdx="283"/>
  <p:cmAuthor id="287" name="BD" initials="B" lastIdx="0" clrIdx="286"/>
  <p:cmAuthor id="288" name="Lenovo" initials="L" lastIdx="0" clrIdx="287"/>
  <p:cmAuthor id="290" name="dadi" initials="d" lastIdx="0" clrIdx="289"/>
  <p:cmAuthor id="291" name="China" initials="C" lastIdx="0" clrIdx="290"/>
  <p:cmAuthor id="292" name="陈尚文" initials="陈" lastIdx="0" clrIdx="291"/>
  <p:cmAuthor id="293" name="zhijian3" initials="z" lastIdx="0" clrIdx="292"/>
  <p:cmAuthor id="294" name="周满红" initials="周" lastIdx="0" clrIdx="293"/>
  <p:cmAuthor id="295" name="Ruby Quemuel" initials="R" lastIdx="0" clrIdx="294"/>
  <p:cmAuthor id="296" name="ZQ" initials="Z" lastIdx="0" clrIdx="295"/>
  <p:cmAuthor id="297" name="未知用户3" initials="未" lastIdx="0" clrIdx="296"/>
  <p:cmAuthor id="298" name="Youwen Sun" initials="Y" lastIdx="0" clrIdx="297"/>
  <p:cmAuthor id="299" name="Qingyunli" initials="Q" lastIdx="0" clrIdx="298"/>
  <p:cmAuthor id="300" name="康学渊" initials="康" lastIdx="0" clrIdx="299"/>
  <p:cmAuthor id="301" name="未知用户17" initials="未" lastIdx="0" clrIdx="300"/>
  <p:cmAuthor id="302" name="未知用户18" initials="未" lastIdx="0" clrIdx="301"/>
  <p:cmAuthor id="303" name="杜娇龙" initials="杜" lastIdx="0" clrIdx="302"/>
  <p:cmAuthor id="304" name="未知用户19" initials="未" lastIdx="0" clrIdx="303"/>
  <p:cmAuthor id="305" name="未知用户7" initials="未" lastIdx="0" clrIdx="304"/>
  <p:cmAuthor id="306" name="刘春辉" initials="刘" lastIdx="0" clrIdx="305"/>
  <p:cmAuthor id="307" name="赵兰玉" initials="赵" lastIdx="0" clrIdx="306"/>
  <p:cmAuthor id="308" name="张杰" initials="张" lastIdx="0" clrIdx="307"/>
  <p:cmAuthor id="309" name="杨艳霞" initials="杨" lastIdx="0" clrIdx="308"/>
  <p:cmAuthor id="310" name="gtmc" initials="g" lastIdx="0" clrIdx="309"/>
  <p:cmAuthor id="311" name="chunsong_hu" initials="c" lastIdx="0" clrIdx="310"/>
  <p:cmAuthor id="312" name="未知用户25" initials="未" lastIdx="0" clrIdx="311"/>
  <p:cmAuthor id="313" name="未知用户26" initials="未" lastIdx="0" clrIdx="312"/>
  <p:cmAuthor id="314" name="未知用户28" initials="未" lastIdx="0" clrIdx="313"/>
  <p:cmAuthor id="315" name="未知用户30" initials="未" lastIdx="0" clrIdx="314"/>
  <p:cmAuthor id="317" name="lx" initials="l" lastIdx="0" clrIdx="316"/>
  <p:cmAuthor id="318" name="李振宇" initials="李" lastIdx="0" clrIdx="317"/>
  <p:cmAuthor id="320" name="毕军(0212009)" initials="毕" lastIdx="0" clrIdx="319"/>
  <p:cmAuthor id="321" name="张田田" initials="张" lastIdx="0" clrIdx="320"/>
  <p:cmAuthor id="322" name="吴军" initials="吴" lastIdx="0" clrIdx="321"/>
  <p:cmAuthor id="323" name="未知用户2" initials="未" lastIdx="0" clrIdx="322"/>
  <p:cmAuthor id="324" name="张静" initials="张" lastIdx="0" clrIdx="323"/>
  <p:cmAuthor id="325" name="未知用户8" initials="未" lastIdx="0" clrIdx="324"/>
  <p:cmAuthor id="326" name="xurunmeng" initials="xrm" lastIdx="0" clrIdx="325"/>
  <p:cmAuthor id="327" name="evil" initials="e" lastIdx="0" clrIdx="326"/>
  <p:cmAuthor id="328" name="叶得会" initials="叶" lastIdx="0" clrIdx="327"/>
  <p:cmAuthor id="329" name="未知用户20" initials="未" lastIdx="0" clrIdx="328"/>
  <p:cmAuthor id="330" name="fafa" initials="f" lastIdx="0" clrIdx="329"/>
  <p:cmAuthor id="331" name="张 开阔" initials="张" lastIdx="0" clrIdx="330"/>
  <p:cmAuthor id="332" name="刘彤彤" initials="x" lastIdx="0" clrIdx="331"/>
  <p:cmAuthor id="333" name="334857932@qq.com" initials="3" lastIdx="0" clrIdx="332"/>
  <p:cmAuthor id="334" name="KC" initials="K" lastIdx="0" clrIdx="333"/>
  <p:cmAuthor id="335" name="张钦" initials="张" lastIdx="0" clrIdx="334"/>
  <p:cmAuthor id="336" name="Tingcoo F" initials="TF" lastIdx="0" clrIdx="335"/>
  <p:cmAuthor id="337" name="actually" initials="a" lastIdx="0" clrIdx="336"/>
  <p:cmAuthor id="338" name="王忠彬" initials="王忠彬" lastIdx="0" clrIdx="337"/>
  <p:cmAuthor id="339" name="王志虎" initials="王" lastIdx="0" clrIdx="338"/>
  <p:cmAuthor id="340" name="李明" initials="李" lastIdx="0" clrIdx="339"/>
  <p:cmAuthor id="341" name="clio" initials="c" lastIdx="0" clrIdx="340"/>
  <p:cmAuthor id="342" name="刘颖" initials="刘" lastIdx="0" clrIdx="341"/>
  <p:cmAuthor id="343" name="黄利峰" initials="黄利峰" lastIdx="0" clrIdx="342"/>
  <p:cmAuthor id="344" name="1206988966@qq.com" initials="1" lastIdx="0" clrIdx="343"/>
  <p:cmAuthor id="345" name="dell" initials="d" lastIdx="0" clrIdx="344"/>
  <p:cmAuthor id="346" name="胡凯" initials="A" lastIdx="0" clrIdx="345"/>
  <p:cmAuthor id="347" name="张晨升" initials="张晨升" lastIdx="0" clrIdx="346"/>
  <p:cmAuthor id="348" name="hp" initials="h" lastIdx="0" clrIdx="347"/>
  <p:cmAuthor id="349" name="未知用户59" initials="未" lastIdx="0" clrIdx="348"/>
  <p:cmAuthor id="350" name="未知用户43" initials="未" lastIdx="0" clrIdx="349"/>
  <p:cmAuthor id="351" name="韩佳楠" initials="韩" lastIdx="0" clrIdx="350"/>
  <p:cmAuthor id="352" name="未知用户40" initials="未" lastIdx="0" clrIdx="351"/>
  <p:cmAuthor id="353" name="王 忠彬" initials="王" lastIdx="0" clrIdx="352"/>
  <p:cmAuthor id="354" name="未知用户48" initials="未" lastIdx="0" clrIdx="353"/>
  <p:cmAuthor id="355" name="未知用户52" initials="未" lastIdx="0" clrIdx="354"/>
  <p:cmAuthor id="356" name="未知用户66" initials="未" lastIdx="0" clrIdx="355"/>
  <p:cmAuthor id="357" name="未知用户67" initials="未" lastIdx="0" clrIdx="356"/>
  <p:cmAuthor id="358" name="未知用户58" initials="未" lastIdx="0" clrIdx="357"/>
  <p:cmAuthor id="359" name="Wang Summer" initials="WS" lastIdx="0" clrIdx="358"/>
  <p:cmAuthor id="360" name="梁思霞" initials="梁思霞" lastIdx="0" clrIdx="359"/>
  <p:cmAuthor id="361" name="白 翟" initials="白" lastIdx="0" clrIdx="360"/>
  <p:cmAuthor id="362" name="Shi Xiao" initials="SX" lastIdx="0" clrIdx="361"/>
  <p:cmAuthor id="363" name="友友传媒" initials="友友传媒" lastIdx="0" clrIdx="362"/>
  <p:cmAuthor id="364" name="weng jh" initials="wj" lastIdx="0" clrIdx="363"/>
  <p:cmAuthor id="366" name="Little Zhong " initials="L" lastIdx="0" clrIdx="365"/>
  <p:cmAuthor id="367" name="Chiyuko钰" initials="C" lastIdx="0" clrIdx="366"/>
  <p:cmAuthor id="368" name="张小咖" initials="张" lastIdx="0" clrIdx="367"/>
  <p:cmAuthor id="369" name="jl liu" initials="j" lastIdx="0" clrIdx="368"/>
  <p:cmAuthor id="370" name="Paula White (Silver Fox)" initials="P" lastIdx="0" clrIdx="369"/>
  <p:cmAuthor id="371" name="未知用户6" initials="未" lastIdx="0" clrIdx="370"/>
  <p:cmAuthor id="372" name="郝崇" initials="郝" lastIdx="0" clrIdx="371"/>
  <p:cmAuthor id="373" name="吴杰" initials="吴" lastIdx="0" clrIdx="372"/>
  <p:cmAuthor id="2001" name="周 鑫沛" initials="周" lastIdx="1" clrIdx="1"/>
  <p:cmAuthor id="228" name="李 君阳" initials="李" lastIdx="2" clrIdx="129"/>
  <p:cmAuthor id="286819294" name="Amy" initials="A" lastIdx="1" clrIdx="211"/>
  <p:cmAuthor id="493116100" name="冰雪" initials="冰" lastIdx="1" clrIdx="238"/>
  <p:cmAuthor id="224" name="刘跃龙" initials="刘跃龙" lastIdx="1" clrIdx="129"/>
  <p:cmAuthor id="808893844" name="碧荷葉" initials="碧" lastIdx="11" clrIdx="1"/>
  <p:cmAuthor id="2540301" name="王文杰" initials="王文杰" lastIdx="4" clrIdx="108"/>
  <p:cmAuthor id="242" name="Administrator" initials="A" lastIdx="0" clrIdx="241"/>
  <p:cmAuthor id="244" name="未知用户21" initials="未" lastIdx="0" clrIdx="243"/>
  <p:cmAuthor id="245" name="未知用户14" initials="未" lastIdx="0" clrIdx="244"/>
  <p:cmAuthor id="247" name="未知用户16" initials="未" lastIdx="0" clrIdx="246"/>
  <p:cmAuthor id="248" name="王志刚" initials="王" lastIdx="0" clrIdx="247"/>
  <p:cmAuthor id="249" name="张艳芳" initials="张" lastIdx="0" clrIdx="248"/>
  <p:cmAuthor id="250" name="刘广艳" initials="刘" lastIdx="0" clrIdx="249"/>
  <p:cmAuthor id="251" name="Lenovo User" initials="L" lastIdx="0" clrIdx="250"/>
  <p:cmAuthor id="252" name="未知用户12" initials="未" lastIdx="0" clrIdx="251"/>
  <p:cmAuthor id="253" name="刘艳龙" initials="刘" lastIdx="0" clrIdx="252"/>
  <p:cmAuthor id="254" name="李丹" initials="李" lastIdx="0" clrIdx="253"/>
  <p:cmAuthor id="255" name="未知用户" initials="未" lastIdx="0" clrIdx="254"/>
  <p:cmAuthor id="256" name="Microsoft 帐户" initials="M" lastIdx="0" clrIdx="255"/>
  <p:cmAuthor id="258" name="刘传坤" initials="刘" lastIdx="0" clrIdx="257"/>
  <p:cmAuthor id="259" name="徐杰" initials="徐" lastIdx="0" clrIdx="258"/>
  <p:cmAuthor id="261" name="未知用户27" initials="未" lastIdx="0" clrIdx="260"/>
  <p:cmAuthor id="265" name="未知用户13" initials="未" lastIdx="0" clrIdx="264"/>
  <p:cmAuthor id="266" name="administrator1" initials="a" lastIdx="0" clrIdx="265"/>
  <p:cmAuthor id="267" name="yangkun" initials="y" lastIdx="0" clrIdx="266"/>
  <p:cmAuthor id="268" name="lijin" initials="l" lastIdx="0" clrIdx="267"/>
  <p:cmAuthor id="269" name="朱绍春" initials="朱" lastIdx="0" clrIdx="268"/>
  <p:cmAuthor id="272" name="Lenovo PC" initials="L" lastIdx="0" clrIdx="27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FFFFFF"/>
    <a:srgbClr val="FFF4DD"/>
    <a:srgbClr val="560000"/>
    <a:srgbClr val="282421"/>
    <a:srgbClr val="05348E"/>
    <a:srgbClr val="737373"/>
    <a:srgbClr val="F5C173"/>
    <a:srgbClr val="EBB15D"/>
    <a:srgbClr val="DCDCDC"/>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037"/>
        <p:guide pos="3636"/>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commentAuthors" Target="commentAuthors.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711" name=""/>
        <p:cNvGrpSpPr/>
        <p:nvPr/>
      </p:nvGrpSpPr>
      <p:grpSpPr>
        <a:xfrm>
          <a:off x="0" y="0"/>
          <a:ext cx="0" cy="0"/>
          <a:chOff x="0" y="0"/>
          <a:chExt cx="0" cy="0"/>
        </a:xfrm>
      </p:grpSpPr>
      <p:sp>
        <p:nvSpPr>
          <p:cNvPr id="104940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940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104940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p>
            <a:endParaRPr lang="zh-CN" altLang="en-US"/>
          </a:p>
        </p:txBody>
      </p:sp>
      <p:sp>
        <p:nvSpPr>
          <p:cNvPr id="104940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04940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940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300" name=""/>
        <p:cNvGrpSpPr/>
        <p:nvPr/>
      </p:nvGrpSpPr>
      <p:grpSpPr/>
      <p:sp>
        <p:nvSpPr>
          <p:cNvPr id="1048620" name="幻灯片图像占位符 1"/>
          <p:cNvSpPr/>
          <p:nvPr>
            <p:ph type="sldImg" idx="2"/>
          </p:nvPr>
        </p:nvSpPr>
        <p:spPr/>
      </p:sp>
      <p:sp>
        <p:nvSpPr>
          <p:cNvPr id="1048621" name="文本占位符 2"/>
          <p:cNvSpPr/>
          <p:nvPr>
            <p:ph type="body" idx="3"/>
          </p:nvPr>
        </p:nvSpPr>
        <p:spPr/>
        <p:txBody>
          <a:bodyPr/>
          <a:p>
            <a:r>
              <a:rPr lang="zh-CN" altLang="en-US" u="heavy"/>
              <a:t>男怕选错行，女怕嫁错郎，品牌最怕瞎忙，帮别人做嫁衣，帮行业做贡献，最后自己出局。</a:t>
            </a:r>
            <a:endParaRPr lang="zh-CN" altLang="en-US" u="heavy"/>
          </a:p>
          <a:p>
            <a:r>
              <a:rPr lang="zh-CN" altLang="en-US" u="heavy"/>
              <a:t>选错了对手，没有建立优势</a:t>
            </a:r>
            <a:r>
              <a:rPr lang="en-US" altLang="zh-CN" u="heavy"/>
              <a:t> </a:t>
            </a:r>
            <a:endParaRPr lang="zh-CN" altLang="en-US" u="heavy"/>
          </a:p>
          <a:p>
            <a:endParaRPr lang="zh-CN" altLang="en-US"/>
          </a:p>
          <a:p>
            <a:r>
              <a:rPr lang="zh-CN" altLang="en-US"/>
              <a:t>什么是真机会：你能打赢的是真机会，要同时符合三个条件，市场大且增长快，对手多但无头部产生，自己建立核心优势，否则机会是个陷阱。</a:t>
            </a:r>
            <a:endParaRPr lang="zh-CN" altLang="en-US"/>
          </a:p>
          <a:p>
            <a:r>
              <a:rPr lang="zh-CN" altLang="en-US"/>
              <a:t>打爆一个新品，第一步就是要风口品类强感知，找对一个机会品类。</a:t>
            </a:r>
            <a:endParaRPr lang="zh-CN" altLang="en-US"/>
          </a:p>
          <a:p>
            <a:r>
              <a:rPr lang="zh-CN" altLang="en-US"/>
              <a:t>那如何决定做一个品类或新品？大部份人是凭经验判断，或者是看到同行做了，卖得好了，跟着去做，没有经过系统的分析。</a:t>
            </a:r>
            <a:endParaRPr lang="zh-CN" altLang="en-US"/>
          </a:p>
          <a:p>
            <a:r>
              <a:rPr lang="zh-CN" altLang="en-US"/>
              <a:t>真正要选对一个品，一定是经过系统的数据感知，而且不是只看一个维度的数据，</a:t>
            </a:r>
            <a:endParaRPr lang="zh-CN" altLang="en-US"/>
          </a:p>
          <a:p>
            <a:r>
              <a:rPr lang="zh-CN" altLang="en-US"/>
              <a:t>很多人只看自身优势，做了一堆市场上并不喜欢的产品</a:t>
            </a:r>
            <a:endParaRPr lang="zh-CN" altLang="en-US"/>
          </a:p>
          <a:p>
            <a:r>
              <a:rPr lang="zh-CN" altLang="en-US"/>
              <a:t>也有些人，一看到竞品出了个产品，就赶紧跟做做，也不分析一下自己是否能够成为第一第二。</a:t>
            </a:r>
            <a:endParaRPr lang="zh-CN" altLang="en-US"/>
          </a:p>
          <a:p>
            <a:r>
              <a:rPr lang="zh-CN" altLang="en-US"/>
              <a:t>真正的品类和新产品机会</a:t>
            </a:r>
            <a:endParaRPr lang="zh-CN" altLang="en-US"/>
          </a:p>
          <a:p>
            <a:r>
              <a:rPr lang="zh-CN" altLang="en-US"/>
              <a:t>要先看市场是否足够大，然后再看自身是否有基础，最后看竞争格局是否能打赢，</a:t>
            </a:r>
            <a:endParaRPr lang="zh-CN" altLang="en-US"/>
          </a:p>
          <a:p>
            <a:r>
              <a:rPr lang="zh-CN" altLang="en-US"/>
              <a:t>更细的，市场要看规模天花板，看增长有没有在</a:t>
            </a:r>
            <a:r>
              <a:rPr lang="en-US" altLang="zh-CN"/>
              <a:t>20%</a:t>
            </a:r>
            <a:r>
              <a:rPr lang="zh-CN" altLang="en-US"/>
              <a:t>以上，以及各平台的热度高不高</a:t>
            </a:r>
            <a:endParaRPr lang="zh-CN" altLang="en-US"/>
          </a:p>
          <a:p>
            <a:r>
              <a:rPr lang="zh-CN" altLang="en-US">
                <a:sym typeface="+mn-ea"/>
              </a:rPr>
              <a:t>以下文字是大会上所讲：</a:t>
            </a:r>
            <a:endParaRPr lang="zh-CN" altLang="en-US"/>
          </a:p>
          <a:p>
            <a:r>
              <a:rPr lang="zh-CN" altLang="en-US"/>
              <a:t>所以我上午也跟大家分享了，我就再重复讲一讲我们怎么样找到一个合适自己去做的一个大产品的机会，一个品类的机会。像刚才我们洽洽的亚敏李总也分享了他的第二曲线，为什么是坚果？其实他们也尝试过很多，在现在有打算果冻也是一条线，是吧？还包括原来的休食也是一条线，那为什么最终是还是选择的坚果？all in 一下来把坚果跑起来，是通过各种判断之后，像果冻喜之郎很强大，对手会有点强大难竞争，就市场基本上都有一定的增长，但是在每个品类里面竞争对手很关键。</a:t>
            </a:r>
            <a:endParaRPr lang="zh-CN" altLang="en-US"/>
          </a:p>
          <a:p>
            <a:r>
              <a:rPr lang="zh-CN" altLang="en-US"/>
              <a:t>那每日坚果这个对手，当时卧龙好像还不到 5 个亿，是吧？对手不是很强大，洽洽这么大的强大的终端体系，以及它的这么优秀的团队，像亚敏，像洽洽原来很多坚果的团队打起来，团队又很强，然后自己的供应链也可以很强。他们上市公司采购可以直接买到全世界最好的原料，是吧？用最好的工厂直接买德国的最好的设备来做最好的坚果生产线，所以它在这个上面这个市场有增长，而且在竞争维度它是可以打胜仗的，所以这样的机会去 all in下去，它才能能够取得更好的成长。那这个里面我们很多是，那这个大品牌的打法，我看中某个赛道，我有机会成为第一，那我就绝对可以搞，那我们作为小品牌我们怎么搞？作为如果做小品牌呢？你就找一个大牌，前面可能会比没那么看重，是吧？或者这个人群或这个品类，或者这个场景，大牌现在没那么多精力去做这个事情，那可能会是你的机会，同时上午那个三胖蛋也在那瓜子里面跑出来，三胖蛋踩中了一定的细分那个人群的机会，那也是一个方向。</a:t>
            </a:r>
            <a:endParaRPr lang="zh-CN" altLang="en-US"/>
          </a:p>
          <a:p>
            <a:r>
              <a:rPr lang="zh-CN" altLang="en-US"/>
              <a:t>所以我们说我们要前面抓住一个好的一个风口品类，你怎么能够做到一个亿或做到 10 个亿？你先抓住好一个品类机会，把它做渗透、做强就可以了，不要太贪，所以我们的方法里面三角战略通过分析市场的增长以及竞争对手的优劣势，看格局、看细分以及看自身的优劣势。</a:t>
            </a:r>
            <a:endParaRPr lang="zh-CN" altLang="en-US"/>
          </a:p>
          <a:p>
            <a:r>
              <a:rPr lang="zh-CN" altLang="en-US"/>
              <a:t>我们要是要通过数据化去分析，不是通过经验判断，不要去拍脑袋，觉得同行都在干，我不干好像会被他们干掉，所以现在反而内卷的情况下一定要，就今天陈总分享到的书一样的，与其讨好全世界，不如强大自己。关键是你要在这个维度，你要分析到哪一个我可以成为第一，可以成为最强的，你才值得all in 去把这个事情做好。这个是一个很关键第一个就决定50%的成功率。</a:t>
            </a:r>
            <a:endParaRPr lang="zh-CN" altLang="en-US"/>
          </a:p>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381" name=""/>
        <p:cNvGrpSpPr/>
        <p:nvPr/>
      </p:nvGrpSpPr>
      <p:grpSpPr/>
      <p:sp>
        <p:nvSpPr>
          <p:cNvPr id="1048827" name="幻灯片图像占位符 1"/>
          <p:cNvSpPr/>
          <p:nvPr>
            <p:ph type="sldImg" idx="2"/>
          </p:nvPr>
        </p:nvSpPr>
        <p:spPr/>
      </p:sp>
      <p:sp>
        <p:nvSpPr>
          <p:cNvPr id="1048828" name="文本占位符 2"/>
          <p:cNvSpPr/>
          <p:nvPr>
            <p:ph type="body" idx="3"/>
          </p:nvPr>
        </p:nvSpPr>
        <p:spPr/>
        <p:txBody>
          <a:bodyPr/>
          <a:p>
            <a:r>
              <a:rPr lang="zh-CN" altLang="en-US"/>
              <a:t>第三步是什么？第三步我们要打造一个一些一系列的用户价值（总结文字写：打造一系列用户价值），就是我们怎么去做这个产品定义，这是一个什么产品？它的名字叫什么？它的口号应该是什么？然后以及它的整个卖点是什么？就我的品牌名是什么？像今天上午的红小派，我的名字叫红小派，然后我的品类名就是枣仁派，然后销售口号就是枣仁派，认准好想你红小派，就是把这个品类占住。我再举一下这个冬己的例子，冬己这个饼干快速起来的，是有一个好的风口口味。就抓住一个风口，那个咸蛋黄的口味风口。</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416" name=""/>
        <p:cNvGrpSpPr/>
        <p:nvPr/>
      </p:nvGrpSpPr>
      <p:grpSpPr/>
      <p:sp>
        <p:nvSpPr>
          <p:cNvPr id="1048878" name="幻灯片图像占位符 1"/>
          <p:cNvSpPr/>
          <p:nvPr>
            <p:ph type="sldImg" idx="2"/>
          </p:nvPr>
        </p:nvSpPr>
        <p:spPr/>
      </p:sp>
      <p:sp>
        <p:nvSpPr>
          <p:cNvPr id="1048879" name="文本占位符 2"/>
          <p:cNvSpPr/>
          <p:nvPr>
            <p:ph type="body" idx="3"/>
          </p:nvPr>
        </p:nvSpPr>
        <p:spPr/>
        <p:txBody>
          <a:bodyPr/>
          <a:p>
            <a:r>
              <a:rPr lang="zh-CN" altLang="en-US"/>
              <a:t>第四个就是我们要有一整套的这种对外的营销物料。我定义好了这个产品之后，它的特性是什么？然后它的卖点是什么？它的一级价值给二级价值点是什么？然后接下来输出是一整套的这个对外宣传的物料，我们有9大物料，9大物料、第一个就是，比如这个好的包装设计，那我们下面有定标准的，一个好的包装设计有三大标准，一个是成本到位，第二个是有120法则策划内容。</a:t>
            </a:r>
            <a:endParaRPr lang="zh-CN" altLang="en-US"/>
          </a:p>
          <a:p>
            <a:r>
              <a:rPr lang="zh-CN" altLang="en-US"/>
              <a:t>第三个是我们的视觉锤设计要求，以及我们要做一张好的这个产品的主KV，或者是一个好的产品的推荐手册，这个适用于线下的，还有一套好的线下的这个终端的推广物料。上午李文东李总有讲，包括一套线上的电商的详情组，还有一些产品介绍，短视频产品的广告，以及直播的话术，还有私域团长一些带货的内容，一些这样的笔记准备好 我们市场部，就是市场部，我们市场的人就要准备好销售的武器，把内容做到极致，然后都是但所有的内容核心都是要围绕前面我们做的这个差异化，这里的定位，以这些内容价值的塑造去延展。</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532" name=""/>
        <p:cNvGrpSpPr/>
        <p:nvPr/>
      </p:nvGrpSpPr>
      <p:grpSpPr/>
      <p:sp>
        <p:nvSpPr>
          <p:cNvPr id="1049152" name="幻灯片图像占位符 1"/>
          <p:cNvSpPr/>
          <p:nvPr>
            <p:ph type="sldImg" idx="2"/>
          </p:nvPr>
        </p:nvSpPr>
        <p:spPr/>
      </p:sp>
      <p:sp>
        <p:nvSpPr>
          <p:cNvPr id="1049153" name="文本占位符 2"/>
          <p:cNvSpPr/>
          <p:nvPr>
            <p:ph type="body" idx="3"/>
          </p:nvPr>
        </p:nvSpPr>
        <p:spPr/>
        <p:txBody>
          <a:bodyPr/>
          <a:p>
            <a:r>
              <a:rPr lang="zh-CN" altLang="en-US"/>
              <a:t>那第四个事情要把物料做好。</a:t>
            </a:r>
            <a:endParaRPr lang="zh-CN" altLang="en-US"/>
          </a:p>
          <a:p>
            <a:r>
              <a:rPr lang="zh-CN" altLang="en-US"/>
              <a:t>第五个就是你们怎么能够在渠道上测品？因为我们跟洽洽新品中心，有合作超过3年多，包括现在跟国葵、每日坚果都有合作，我们也上了很多新品，但是很多新品它不一定能够最终留在市场，是因为你前面你没有做测品、做渠道、做爆品这块，这第一个是测品，怎么能够测出真正的大单品？有三个字叫“多、快、准”，首先要多，这多不是你贪啊，是你围绕某个细分赛道多做几个产品，哪一个跑出来说明就是他的机会，“快”就是快速的测试，准就是实核心，把他all in 把他做强，然后以及测试完之后咱们怎么建立原点渠道，然后原点渠道之后，怎么做渠道的破圈跟公关这一块是一个整体打法，</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461" name=""/>
        <p:cNvGrpSpPr/>
        <p:nvPr/>
      </p:nvGrpSpPr>
      <p:grpSpPr/>
      <p:sp>
        <p:nvSpPr>
          <p:cNvPr id="1048960" name="幻灯片图像占位符 1"/>
          <p:cNvSpPr>
            <a:spLocks noGrp="1"/>
          </p:cNvSpPr>
          <p:nvPr>
            <p:ph type="sldImg" idx="2"/>
          </p:nvPr>
        </p:nvSpPr>
        <p:spPr/>
      </p:sp>
      <p:sp>
        <p:nvSpPr>
          <p:cNvPr id="1048961" name="文本占位符 2"/>
          <p:cNvSpPr>
            <a:spLocks noGrp="1"/>
          </p:cNvSpPr>
          <p:nvPr>
            <p:ph type="body" idx="3"/>
          </p:nvPr>
        </p:nvSpPr>
        <p:spPr/>
        <p:txBody>
          <a:bodyPr/>
          <a:p>
            <a:r>
              <a:rPr lang="zh-CN" altLang="en-US"/>
              <a:t>刘强东这话对你有启发，商业的本质竞争是这三点：</a:t>
            </a:r>
            <a:endParaRPr lang="zh-CN" altLang="en-US"/>
          </a:p>
          <a:p>
            <a:r>
              <a:rPr lang="zh-CN" altLang="en-US"/>
              <a:t>效率、成本和用户体验。</a:t>
            </a:r>
            <a:endParaRPr lang="zh-CN" altLang="en-US"/>
          </a:p>
          <a:p>
            <a:r>
              <a:rPr lang="zh-CN" altLang="en-US"/>
              <a:t>我看，唯有大单品能致胜，</a:t>
            </a:r>
            <a:endParaRPr lang="zh-CN" altLang="en-US"/>
          </a:p>
          <a:p>
            <a:r>
              <a:rPr lang="zh-CN" altLang="en-US"/>
              <a:t>第一：简单到极致才有效率！就像特斯拉花</a:t>
            </a:r>
            <a:r>
              <a:rPr lang="en-US" altLang="zh-CN"/>
              <a:t>5</a:t>
            </a:r>
            <a:r>
              <a:rPr lang="zh-CN" altLang="en-US"/>
              <a:t>年打磨一辆车，每次都迭代升级，到最后能</a:t>
            </a:r>
            <a:r>
              <a:rPr lang="en-US" altLang="zh-CN"/>
              <a:t>45</a:t>
            </a:r>
            <a:r>
              <a:rPr lang="zh-CN" altLang="en-US"/>
              <a:t>秒钟生产一台车，成就了电动汽车的奇迹。那些天天上新的商家，早被库存和成本搞疯了？</a:t>
            </a:r>
            <a:endParaRPr lang="zh-CN" altLang="en-US"/>
          </a:p>
          <a:p>
            <a:r>
              <a:rPr lang="zh-CN" altLang="en-US"/>
              <a:t>第二：量大就是印钞机！</a:t>
            </a:r>
            <a:r>
              <a:rPr lang="en-US" altLang="zh-CN"/>
              <a:t>1</a:t>
            </a:r>
            <a:r>
              <a:rPr lang="zh-CN" altLang="en-US"/>
              <a:t>款产品卖</a:t>
            </a:r>
            <a:r>
              <a:rPr lang="en-US" altLang="zh-CN"/>
              <a:t>100</a:t>
            </a:r>
            <a:r>
              <a:rPr lang="zh-CN" altLang="en-US"/>
              <a:t>万件，原料成本压到同行脚踝！量大，不仅意味着原材料采购的优势，量大更能占领心智，营销成本才低，当东方树叶无糖茶用户心智占有率达</a:t>
            </a:r>
            <a:r>
              <a:rPr lang="en-US" altLang="zh-CN"/>
              <a:t>61%</a:t>
            </a:r>
            <a:r>
              <a:rPr lang="zh-CN" altLang="en-US"/>
              <a:t>，当乐事原味薯片占</a:t>
            </a:r>
            <a:r>
              <a:rPr lang="en-US" altLang="zh-CN"/>
              <a:t>60%</a:t>
            </a:r>
            <a:r>
              <a:rPr lang="zh-CN" altLang="en-US"/>
              <a:t>货架，消费者根本不用思考，进超市闭眼抓你的产品！</a:t>
            </a:r>
            <a:endParaRPr lang="zh-CN" altLang="en-US"/>
          </a:p>
          <a:p>
            <a:r>
              <a:rPr lang="zh-CN" altLang="en-US"/>
              <a:t>第三：打造用户体验，做一群人的极致产品！宝妈要安全就给她变态级检测，健身党要低卡就把热量焊死在包装上！用户体验不是讨好所有人，在这个选择过剩的时代，唯有极致才能脱颖而出。不是大而全，而是小而美！</a:t>
            </a:r>
            <a:endParaRPr lang="zh-CN" altLang="en-US"/>
          </a:p>
          <a:p>
            <a:r>
              <a:rPr lang="zh-CN" altLang="en-US"/>
              <a:t>简单和重复才效率高，</a:t>
            </a:r>
            <a:endParaRPr lang="zh-CN" altLang="en-US"/>
          </a:p>
          <a:p>
            <a:r>
              <a:rPr lang="zh-CN" altLang="en-US"/>
              <a:t>量大才成本低，</a:t>
            </a:r>
            <a:endParaRPr lang="zh-CN" altLang="en-US"/>
          </a:p>
          <a:p>
            <a:r>
              <a:rPr lang="zh-CN" altLang="en-US"/>
              <a:t>量大更能占领心智</a:t>
            </a:r>
            <a:endParaRPr lang="zh-CN" altLang="en-US"/>
          </a:p>
          <a:p>
            <a:r>
              <a:rPr lang="zh-CN" altLang="en-US"/>
              <a:t>做一群人的极致产品，</a:t>
            </a:r>
            <a:endParaRPr lang="zh-CN" altLang="en-US"/>
          </a:p>
          <a:p>
            <a:r>
              <a:rPr lang="zh-CN" altLang="en-US"/>
              <a:t>就有好的用户体验。</a:t>
            </a:r>
            <a:endParaRPr lang="zh-CN" altLang="en-US"/>
          </a:p>
          <a:p>
            <a:r>
              <a:rPr lang="zh-CN" altLang="en-US"/>
              <a:t>记住！</a:t>
            </a:r>
            <a:endParaRPr lang="zh-CN" altLang="en-US"/>
          </a:p>
          <a:p>
            <a:r>
              <a:rPr lang="zh-CN" altLang="en-US"/>
              <a:t>这个时代没有平庸产品赚差价，只有极致大单品能生存！</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25" name=""/>
        <p:cNvGrpSpPr/>
        <p:nvPr/>
      </p:nvGrpSpPr>
      <p:grpSpPr>
        <a:xfrm>
          <a:off x="0" y="0"/>
          <a:ext cx="0" cy="0"/>
          <a:chOff x="0" y="0"/>
          <a:chExt cx="0" cy="0"/>
        </a:xfrm>
      </p:grpSpPr>
      <p:sp>
        <p:nvSpPr>
          <p:cNvPr id="1048581" name="标题 1"/>
          <p:cNvSpPr>
            <a:spLocks noGrp="1"/>
          </p:cNvSpPr>
          <p:nvPr>
            <p:ph type="ctrTitle"/>
            <p:custDataLst>
              <p:tags r:id="rId2"/>
            </p:custDataLst>
          </p:nvPr>
        </p:nvSpPr>
        <p:spPr>
          <a:xfrm>
            <a:off x="1132724" y="864000"/>
            <a:ext cx="9259087" cy="2428724"/>
          </a:xfrm>
        </p:spPr>
        <p:txBody>
          <a:bodyPr lIns="90000" tIns="46800" rIns="90000" bIns="46800" anchor="b" anchorCtr="0">
            <a:normAutofit/>
          </a:bodyPr>
          <a:lstStyle>
            <a:lvl1pPr algn="ctr">
              <a:defRPr sz="5670"/>
            </a:lvl1pPr>
          </a:lstStyle>
          <a:p>
            <a:r>
              <a:rPr lang="zh-CN" altLang="en-US" dirty="0"/>
              <a:t>单击此处编辑母版标题样式</a:t>
            </a:r>
            <a:endParaRPr lang="zh-CN" altLang="en-US" dirty="0"/>
          </a:p>
        </p:txBody>
      </p:sp>
      <p:sp>
        <p:nvSpPr>
          <p:cNvPr id="1048582" name="副标题 2"/>
          <p:cNvSpPr>
            <a:spLocks noGrp="1"/>
          </p:cNvSpPr>
          <p:nvPr>
            <p:ph type="subTitle" idx="1"/>
            <p:custDataLst>
              <p:tags r:id="rId3"/>
            </p:custDataLst>
          </p:nvPr>
        </p:nvSpPr>
        <p:spPr>
          <a:xfrm>
            <a:off x="1132724" y="3364158"/>
            <a:ext cx="9259087" cy="1391244"/>
          </a:xfrm>
        </p:spPr>
        <p:txBody>
          <a:bodyPr lIns="90000" tIns="46800" rIns="90000" bIns="46800">
            <a:normAutofit/>
          </a:bodyPr>
          <a:lstStyle>
            <a:lvl1pPr marL="0" indent="0" algn="ctr">
              <a:lnSpc>
                <a:spcPct val="110000"/>
              </a:lnSpc>
              <a:buNone/>
              <a:defRPr sz="2270" spc="200"/>
            </a:lvl1pPr>
            <a:lvl2pPr marL="431800" indent="0" algn="ctr">
              <a:buNone/>
              <a:defRPr sz="1890"/>
            </a:lvl2pPr>
            <a:lvl3pPr marL="864235" indent="0" algn="ctr">
              <a:buNone/>
              <a:defRPr sz="1700"/>
            </a:lvl3pPr>
            <a:lvl4pPr marL="1296035" indent="0" algn="ctr">
              <a:buNone/>
              <a:defRPr sz="1510"/>
            </a:lvl4pPr>
            <a:lvl5pPr marL="1727835" indent="0" algn="ctr">
              <a:buNone/>
              <a:defRPr sz="1510"/>
            </a:lvl5pPr>
            <a:lvl6pPr marL="2160270" indent="0" algn="ctr">
              <a:buNone/>
              <a:defRPr sz="1510"/>
            </a:lvl6pPr>
            <a:lvl7pPr marL="2592070" indent="0" algn="ctr">
              <a:buNone/>
              <a:defRPr sz="1510"/>
            </a:lvl7pPr>
            <a:lvl8pPr marL="3023870" indent="0" algn="ctr">
              <a:buNone/>
              <a:defRPr sz="1510"/>
            </a:lvl8pPr>
            <a:lvl9pPr marL="3456305" indent="0" algn="ctr">
              <a:buNone/>
              <a:defRPr sz="1510"/>
            </a:lvl9pPr>
          </a:lstStyle>
          <a:p>
            <a:r>
              <a:rPr lang="zh-CN" altLang="en-US" dirty="0"/>
              <a:t>单击此处编辑母版副标题样式</a:t>
            </a:r>
            <a:endParaRPr lang="zh-CN" altLang="en-US" dirty="0"/>
          </a:p>
        </p:txBody>
      </p:sp>
      <p:sp>
        <p:nvSpPr>
          <p:cNvPr id="1048583" name="日期占位符 15"/>
          <p:cNvSpPr>
            <a:spLocks noGrp="1"/>
          </p:cNvSpPr>
          <p:nvPr>
            <p:ph type="dt" sz="half" idx="10"/>
            <p:custDataLst>
              <p:tags r:id="rId4"/>
            </p:custDataLst>
          </p:nvPr>
        </p:nvSpPr>
        <p:spPr/>
        <p:txBody>
          <a:bodyPr/>
          <a:p>
            <a:fld id="{760FBDFE-C587-4B4C-A407-44438C67B59E}" type="datetimeFigureOut">
              <a:rPr lang="zh-CN" altLang="en-US" smtClean="0"/>
            </a:fld>
            <a:endParaRPr lang="zh-CN" altLang="en-US"/>
          </a:p>
        </p:txBody>
      </p:sp>
      <p:sp>
        <p:nvSpPr>
          <p:cNvPr id="1048584" name="页脚占位符 16"/>
          <p:cNvSpPr>
            <a:spLocks noGrp="1"/>
          </p:cNvSpPr>
          <p:nvPr>
            <p:ph type="ftr" sz="quarter" idx="11"/>
            <p:custDataLst>
              <p:tags r:id="rId5"/>
            </p:custDataLst>
          </p:nvPr>
        </p:nvSpPr>
        <p:spPr/>
        <p:txBody>
          <a:bodyPr/>
          <a:p>
            <a:endParaRPr lang="zh-CN" altLang="en-US" dirty="0"/>
          </a:p>
        </p:txBody>
      </p:sp>
      <p:sp>
        <p:nvSpPr>
          <p:cNvPr id="1048585" name="灯片编号占位符 17"/>
          <p:cNvSpPr>
            <a:spLocks noGrp="1"/>
          </p:cNvSpPr>
          <p:nvPr>
            <p:ph type="sldNum" sz="quarter" idx="12"/>
            <p:custDataLst>
              <p:tags r:id="rId6"/>
            </p:custDataLst>
          </p:nvPr>
        </p:nvSpPr>
        <p:spPr/>
        <p:txBody>
          <a:bodyPr/>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280" name=""/>
        <p:cNvGrpSpPr/>
        <p:nvPr/>
      </p:nvGrpSpPr>
      <p:grpSpPr>
        <a:xfrm>
          <a:off x="0" y="0"/>
          <a:ext cx="0" cy="0"/>
          <a:chOff x="0" y="0"/>
          <a:chExt cx="0" cy="0"/>
        </a:xfrm>
      </p:grpSpPr>
      <p:sp>
        <p:nvSpPr>
          <p:cNvPr id="1048591" name="标题 1"/>
          <p:cNvSpPr>
            <a:spLocks noGrp="1"/>
          </p:cNvSpPr>
          <p:nvPr>
            <p:ph type="title"/>
            <p:custDataLst>
              <p:tags r:id="rId2"/>
            </p:custDataLst>
          </p:nvPr>
        </p:nvSpPr>
        <p:spPr>
          <a:xfrm>
            <a:off x="574866" y="574866"/>
            <a:ext cx="10364599" cy="666709"/>
          </a:xfrm>
        </p:spPr>
        <p:txBody>
          <a:bodyPr vert="horz" lIns="90000" tIns="46800" rIns="90000" bIns="46800" rtlCol="0" anchor="ctr" anchorCtr="0">
            <a:normAutofit/>
          </a:bodyPr>
          <a:p>
            <a:pPr lvl="0"/>
            <a:r>
              <a:rPr lang="zh-CN" altLang="en-US" smtClean="0"/>
              <a:t>单击此处编辑母版标题样式</a:t>
            </a:r>
            <a:endParaRPr lang="zh-CN" altLang="en-US"/>
          </a:p>
        </p:txBody>
      </p:sp>
      <p:sp>
        <p:nvSpPr>
          <p:cNvPr id="1048592" name="内容占位符 2"/>
          <p:cNvSpPr>
            <a:spLocks noGrp="1"/>
          </p:cNvSpPr>
          <p:nvPr>
            <p:ph idx="1"/>
            <p:custDataLst>
              <p:tags r:id="rId3"/>
            </p:custDataLst>
          </p:nvPr>
        </p:nvSpPr>
        <p:spPr>
          <a:xfrm>
            <a:off x="574866" y="1408252"/>
            <a:ext cx="10364599" cy="4496882"/>
          </a:xfrm>
        </p:spPr>
        <p:txBody>
          <a:bodyPr vert="horz" lIns="90000" tIns="46800" rIns="90000" bIns="46800" rtlCol="0">
            <a:normAutofit/>
          </a:bodyPr>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048593" name="日期占位符 3"/>
          <p:cNvSpPr>
            <a:spLocks noGrp="1"/>
          </p:cNvSpPr>
          <p:nvPr>
            <p:ph type="dt" sz="half" idx="10"/>
            <p:custDataLst>
              <p:tags r:id="rId4"/>
            </p:custDataLst>
          </p:nvPr>
        </p:nvSpPr>
        <p:spPr/>
        <p:txBody>
          <a:bodyPr/>
          <a:p>
            <a:fld id="{760FBDFE-C587-4B4C-A407-44438C67B59E}" type="datetimeFigureOut">
              <a:rPr lang="zh-CN" altLang="en-US" smtClean="0"/>
            </a:fld>
            <a:endParaRPr lang="zh-CN" altLang="en-US"/>
          </a:p>
        </p:txBody>
      </p:sp>
      <p:sp>
        <p:nvSpPr>
          <p:cNvPr id="1048594" name="页脚占位符 4"/>
          <p:cNvSpPr>
            <a:spLocks noGrp="1"/>
          </p:cNvSpPr>
          <p:nvPr>
            <p:ph type="ftr" sz="quarter" idx="11"/>
            <p:custDataLst>
              <p:tags r:id="rId5"/>
            </p:custDataLst>
          </p:nvPr>
        </p:nvSpPr>
        <p:spPr/>
        <p:txBody>
          <a:bodyPr/>
          <a:p>
            <a:endParaRPr lang="zh-CN" altLang="en-US"/>
          </a:p>
        </p:txBody>
      </p:sp>
      <p:sp>
        <p:nvSpPr>
          <p:cNvPr id="1048595" name="灯片编号占位符 5"/>
          <p:cNvSpPr>
            <a:spLocks noGrp="1"/>
          </p:cNvSpPr>
          <p:nvPr>
            <p:ph type="sldNum" sz="quarter" idx="12"/>
            <p:custDataLst>
              <p:tags r:id="rId6"/>
            </p:custDataLst>
          </p:nvPr>
        </p:nvSpPr>
        <p:spPr/>
        <p:txBody>
          <a:bodyPr/>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707" name=""/>
        <p:cNvGrpSpPr/>
        <p:nvPr/>
      </p:nvGrpSpPr>
      <p:grpSpPr>
        <a:xfrm>
          <a:off x="0" y="0"/>
          <a:ext cx="0" cy="0"/>
          <a:chOff x="0" y="0"/>
          <a:chExt cx="0" cy="0"/>
        </a:xfrm>
      </p:grpSpPr>
      <p:sp>
        <p:nvSpPr>
          <p:cNvPr id="1049377" name="标题 1"/>
          <p:cNvSpPr>
            <a:spLocks noGrp="1"/>
          </p:cNvSpPr>
          <p:nvPr>
            <p:ph type="title" hasCustomPrompt="1"/>
            <p:custDataLst>
              <p:tags r:id="rId2"/>
            </p:custDataLst>
          </p:nvPr>
        </p:nvSpPr>
        <p:spPr>
          <a:xfrm>
            <a:off x="1881071" y="3636284"/>
            <a:ext cx="7340598" cy="724535"/>
          </a:xfrm>
        </p:spPr>
        <p:txBody>
          <a:bodyPr lIns="90000" tIns="46800" rIns="90000" bIns="46800" anchor="b" anchorCtr="0">
            <a:normAutofit/>
          </a:bodyPr>
          <a:lstStyle>
            <a:lvl1pPr>
              <a:defRPr sz="4155"/>
            </a:lvl1pPr>
          </a:lstStyle>
          <a:p>
            <a:r>
              <a:rPr lang="zh-CN" altLang="en-US" dirty="0"/>
              <a:t>单击此处编辑标题</a:t>
            </a:r>
            <a:endParaRPr lang="zh-CN" altLang="en-US" dirty="0"/>
          </a:p>
        </p:txBody>
      </p:sp>
      <p:sp>
        <p:nvSpPr>
          <p:cNvPr id="1049378" name="文本占位符 2"/>
          <p:cNvSpPr>
            <a:spLocks noGrp="1"/>
          </p:cNvSpPr>
          <p:nvPr>
            <p:ph type="body" idx="1" hasCustomPrompt="1"/>
            <p:custDataLst>
              <p:tags r:id="rId3"/>
            </p:custDataLst>
          </p:nvPr>
        </p:nvSpPr>
        <p:spPr>
          <a:xfrm>
            <a:off x="1881071" y="4360819"/>
            <a:ext cx="7340598" cy="819780"/>
          </a:xfrm>
        </p:spPr>
        <p:txBody>
          <a:bodyPr lIns="90000" tIns="46800" rIns="90000" bIns="46800">
            <a:normAutofit/>
          </a:bodyPr>
          <a:lstStyle>
            <a:lvl1pPr marL="0" indent="0">
              <a:buNone/>
              <a:defRPr sz="1700">
                <a:solidFill>
                  <a:schemeClr val="tx1">
                    <a:lumMod val="65000"/>
                    <a:lumOff val="35000"/>
                  </a:schemeClr>
                </a:solidFill>
              </a:defRPr>
            </a:lvl1pPr>
            <a:lvl2pPr marL="431800" indent="0">
              <a:buNone/>
              <a:defRPr sz="1510">
                <a:solidFill>
                  <a:schemeClr val="tx1">
                    <a:tint val="75000"/>
                  </a:schemeClr>
                </a:solidFill>
              </a:defRPr>
            </a:lvl2pPr>
            <a:lvl3pPr marL="864235" indent="0">
              <a:buNone/>
              <a:defRPr sz="1510">
                <a:solidFill>
                  <a:schemeClr val="tx1">
                    <a:tint val="75000"/>
                  </a:schemeClr>
                </a:solidFill>
              </a:defRPr>
            </a:lvl3pPr>
            <a:lvl4pPr marL="1296035" indent="0">
              <a:buNone/>
              <a:defRPr sz="1510">
                <a:solidFill>
                  <a:schemeClr val="tx1">
                    <a:tint val="75000"/>
                  </a:schemeClr>
                </a:solidFill>
              </a:defRPr>
            </a:lvl4pPr>
            <a:lvl5pPr marL="1727835" indent="0">
              <a:buNone/>
              <a:defRPr sz="1510">
                <a:solidFill>
                  <a:schemeClr val="tx1">
                    <a:tint val="75000"/>
                  </a:schemeClr>
                </a:solidFill>
              </a:defRPr>
            </a:lvl5pPr>
            <a:lvl6pPr marL="2160270" indent="0">
              <a:buNone/>
              <a:defRPr sz="1510">
                <a:solidFill>
                  <a:schemeClr val="tx1">
                    <a:tint val="75000"/>
                  </a:schemeClr>
                </a:solidFill>
              </a:defRPr>
            </a:lvl6pPr>
            <a:lvl7pPr marL="2592070" indent="0">
              <a:buNone/>
              <a:defRPr sz="1510">
                <a:solidFill>
                  <a:schemeClr val="tx1">
                    <a:tint val="75000"/>
                  </a:schemeClr>
                </a:solidFill>
              </a:defRPr>
            </a:lvl7pPr>
            <a:lvl8pPr marL="3023870" indent="0">
              <a:buNone/>
              <a:defRPr sz="1510">
                <a:solidFill>
                  <a:schemeClr val="tx1">
                    <a:tint val="75000"/>
                  </a:schemeClr>
                </a:solidFill>
              </a:defRPr>
            </a:lvl8pPr>
            <a:lvl9pPr marL="3456305" indent="0">
              <a:buNone/>
              <a:defRPr sz="1510">
                <a:solidFill>
                  <a:schemeClr val="tx1">
                    <a:tint val="75000"/>
                  </a:schemeClr>
                </a:solidFill>
              </a:defRPr>
            </a:lvl9pPr>
          </a:lstStyle>
          <a:p>
            <a:pPr lvl="0"/>
            <a:r>
              <a:rPr lang="zh-CN" altLang="en-US" dirty="0"/>
              <a:t>单击此处编辑文本</a:t>
            </a:r>
            <a:endParaRPr lang="zh-CN" altLang="en-US" dirty="0"/>
          </a:p>
        </p:txBody>
      </p:sp>
      <p:sp>
        <p:nvSpPr>
          <p:cNvPr id="1049379" name="日期占位符 3"/>
          <p:cNvSpPr>
            <a:spLocks noGrp="1"/>
          </p:cNvSpPr>
          <p:nvPr>
            <p:ph type="dt" sz="half" idx="10"/>
            <p:custDataLst>
              <p:tags r:id="rId4"/>
            </p:custDataLst>
          </p:nvPr>
        </p:nvSpPr>
        <p:spPr/>
        <p:txBody>
          <a:bodyPr/>
          <a:p>
            <a:fld id="{760FBDFE-C587-4B4C-A407-44438C67B59E}" type="datetimeFigureOut">
              <a:rPr lang="zh-CN" altLang="en-US" smtClean="0"/>
            </a:fld>
            <a:endParaRPr lang="zh-CN" altLang="en-US"/>
          </a:p>
        </p:txBody>
      </p:sp>
      <p:sp>
        <p:nvSpPr>
          <p:cNvPr id="1049380" name="页脚占位符 4"/>
          <p:cNvSpPr>
            <a:spLocks noGrp="1"/>
          </p:cNvSpPr>
          <p:nvPr>
            <p:ph type="ftr" sz="quarter" idx="11"/>
            <p:custDataLst>
              <p:tags r:id="rId5"/>
            </p:custDataLst>
          </p:nvPr>
        </p:nvSpPr>
        <p:spPr/>
        <p:txBody>
          <a:bodyPr/>
          <a:p>
            <a:endParaRPr lang="zh-CN" altLang="en-US"/>
          </a:p>
        </p:txBody>
      </p:sp>
      <p:sp>
        <p:nvSpPr>
          <p:cNvPr id="1049381" name="灯片编号占位符 5"/>
          <p:cNvSpPr>
            <a:spLocks noGrp="1"/>
          </p:cNvSpPr>
          <p:nvPr>
            <p:ph type="sldNum" sz="quarter" idx="12"/>
            <p:custDataLst>
              <p:tags r:id="rId6"/>
            </p:custDataLst>
          </p:nvPr>
        </p:nvSpPr>
        <p:spPr/>
        <p:txBody>
          <a:bodyPr/>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708" name=""/>
        <p:cNvGrpSpPr/>
        <p:nvPr/>
      </p:nvGrpSpPr>
      <p:grpSpPr>
        <a:xfrm>
          <a:off x="0" y="0"/>
          <a:ext cx="0" cy="0"/>
          <a:chOff x="0" y="0"/>
          <a:chExt cx="0" cy="0"/>
        </a:xfrm>
      </p:grpSpPr>
      <p:sp>
        <p:nvSpPr>
          <p:cNvPr id="1049382" name="标题 1"/>
          <p:cNvSpPr>
            <a:spLocks noGrp="1"/>
          </p:cNvSpPr>
          <p:nvPr>
            <p:ph type="title"/>
            <p:custDataLst>
              <p:tags r:id="rId2"/>
            </p:custDataLst>
          </p:nvPr>
        </p:nvSpPr>
        <p:spPr>
          <a:xfrm>
            <a:off x="574866" y="574866"/>
            <a:ext cx="10364599" cy="666709"/>
          </a:xfrm>
        </p:spPr>
        <p:txBody>
          <a:bodyPr vert="horz" lIns="90000" tIns="46800" rIns="90000" bIns="46800" rtlCol="0" anchor="ctr" anchorCtr="0">
            <a:normAutofit/>
          </a:bodyPr>
          <a:p>
            <a:pPr lvl="0"/>
            <a:r>
              <a:rPr lang="zh-CN" altLang="en-US" smtClean="0"/>
              <a:t>单击此处编辑母版标题样式</a:t>
            </a:r>
            <a:endParaRPr lang="zh-CN" altLang="en-US"/>
          </a:p>
        </p:txBody>
      </p:sp>
      <p:sp>
        <p:nvSpPr>
          <p:cNvPr id="1049383" name="内容占位符 2"/>
          <p:cNvSpPr>
            <a:spLocks noGrp="1"/>
          </p:cNvSpPr>
          <p:nvPr>
            <p:ph sz="half" idx="1"/>
            <p:custDataLst>
              <p:tags r:id="rId3"/>
            </p:custDataLst>
          </p:nvPr>
        </p:nvSpPr>
        <p:spPr>
          <a:xfrm>
            <a:off x="574866" y="1418457"/>
            <a:ext cx="4891465" cy="4486677"/>
          </a:xfrm>
        </p:spPr>
        <p:txBody>
          <a:bodyPr vert="horz" lIns="90000" tIns="46800" rIns="90000" bIns="46800" rtlCol="0">
            <a:normAutofit/>
          </a:bodyPr>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049384" name="内容占位符 3"/>
          <p:cNvSpPr>
            <a:spLocks noGrp="1"/>
          </p:cNvSpPr>
          <p:nvPr>
            <p:ph sz="half" idx="2"/>
            <p:custDataLst>
              <p:tags r:id="rId4"/>
            </p:custDataLst>
          </p:nvPr>
        </p:nvSpPr>
        <p:spPr>
          <a:xfrm>
            <a:off x="6058205" y="1418457"/>
            <a:ext cx="4891465" cy="4486677"/>
          </a:xfrm>
        </p:spPr>
        <p:txBody>
          <a:bodyPr lIns="90000" tIns="46800" rIns="90000" bIns="46800">
            <a:normAutofit/>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9385" name="日期占位符 4"/>
          <p:cNvSpPr>
            <a:spLocks noGrp="1"/>
          </p:cNvSpPr>
          <p:nvPr>
            <p:ph type="dt" sz="half" idx="10"/>
            <p:custDataLst>
              <p:tags r:id="rId5"/>
            </p:custDataLst>
          </p:nvPr>
        </p:nvSpPr>
        <p:spPr/>
        <p:txBody>
          <a:bodyPr/>
          <a:p>
            <a:fld id="{760FBDFE-C587-4B4C-A407-44438C67B59E}" type="datetimeFigureOut">
              <a:rPr lang="zh-CN" altLang="en-US" smtClean="0"/>
            </a:fld>
            <a:endParaRPr lang="zh-CN" altLang="en-US"/>
          </a:p>
        </p:txBody>
      </p:sp>
      <p:sp>
        <p:nvSpPr>
          <p:cNvPr id="1049386" name="页脚占位符 5"/>
          <p:cNvSpPr>
            <a:spLocks noGrp="1"/>
          </p:cNvSpPr>
          <p:nvPr>
            <p:ph type="ftr" sz="quarter" idx="11"/>
            <p:custDataLst>
              <p:tags r:id="rId6"/>
            </p:custDataLst>
          </p:nvPr>
        </p:nvSpPr>
        <p:spPr/>
        <p:txBody>
          <a:bodyPr/>
          <a:p>
            <a:endParaRPr lang="zh-CN" altLang="en-US"/>
          </a:p>
        </p:txBody>
      </p:sp>
      <p:sp>
        <p:nvSpPr>
          <p:cNvPr id="1049387" name="灯片编号占位符 6"/>
          <p:cNvSpPr>
            <a:spLocks noGrp="1"/>
          </p:cNvSpPr>
          <p:nvPr>
            <p:ph type="sldNum" sz="quarter" idx="12"/>
            <p:custDataLst>
              <p:tags r:id="rId7"/>
            </p:custDataLst>
          </p:nvPr>
        </p:nvSpPr>
        <p:spPr/>
        <p:txBody>
          <a:bodyPr/>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709" name=""/>
        <p:cNvGrpSpPr/>
        <p:nvPr/>
      </p:nvGrpSpPr>
      <p:grpSpPr>
        <a:xfrm>
          <a:off x="0" y="0"/>
          <a:ext cx="0" cy="0"/>
          <a:chOff x="0" y="0"/>
          <a:chExt cx="0" cy="0"/>
        </a:xfrm>
      </p:grpSpPr>
      <p:sp>
        <p:nvSpPr>
          <p:cNvPr id="1049388" name="标题 1"/>
          <p:cNvSpPr>
            <a:spLocks noGrp="1"/>
          </p:cNvSpPr>
          <p:nvPr>
            <p:ph type="title"/>
            <p:custDataLst>
              <p:tags r:id="rId2"/>
            </p:custDataLst>
          </p:nvPr>
        </p:nvSpPr>
        <p:spPr>
          <a:xfrm>
            <a:off x="574866" y="574866"/>
            <a:ext cx="10364599" cy="666709"/>
          </a:xfrm>
        </p:spPr>
        <p:txBody>
          <a:bodyPr vert="horz" lIns="90000" tIns="46800" rIns="90000" bIns="46800" rtlCol="0" anchor="ctr" anchorCtr="0">
            <a:normAutofit/>
          </a:bodyPr>
          <a:p>
            <a:pPr lvl="0"/>
            <a:r>
              <a:rPr lang="zh-CN" altLang="en-US" smtClean="0"/>
              <a:t>单击此处编辑母版标题样式</a:t>
            </a:r>
            <a:endParaRPr lang="zh-CN" altLang="en-US"/>
          </a:p>
        </p:txBody>
      </p:sp>
      <p:sp>
        <p:nvSpPr>
          <p:cNvPr id="1049389" name="文本占位符 2"/>
          <p:cNvSpPr>
            <a:spLocks noGrp="1"/>
          </p:cNvSpPr>
          <p:nvPr>
            <p:ph type="body" idx="1" hasCustomPrompt="1"/>
            <p:custDataLst>
              <p:tags r:id="rId3"/>
            </p:custDataLst>
          </p:nvPr>
        </p:nvSpPr>
        <p:spPr>
          <a:xfrm>
            <a:off x="574866" y="1350425"/>
            <a:ext cx="5047937" cy="360567"/>
          </a:xfrm>
        </p:spPr>
        <p:txBody>
          <a:bodyPr lIns="101600" tIns="38100" rIns="76200" bIns="38100" anchor="t" anchorCtr="0">
            <a:normAutofit/>
          </a:bodyPr>
          <a:lstStyle>
            <a:lvl1pPr marL="0" indent="0">
              <a:lnSpc>
                <a:spcPct val="100000"/>
              </a:lnSpc>
              <a:buNone/>
              <a:defRPr sz="1890" b="1" spc="200">
                <a:solidFill>
                  <a:schemeClr val="tx1">
                    <a:lumMod val="75000"/>
                    <a:lumOff val="25000"/>
                  </a:schemeClr>
                </a:solidFill>
              </a:defRPr>
            </a:lvl1pPr>
            <a:lvl2pPr marL="431800" indent="0">
              <a:buNone/>
              <a:defRPr sz="1890" b="1"/>
            </a:lvl2pPr>
            <a:lvl3pPr marL="864235" indent="0">
              <a:buNone/>
              <a:defRPr sz="1700" b="1"/>
            </a:lvl3pPr>
            <a:lvl4pPr marL="1296035" indent="0">
              <a:buNone/>
              <a:defRPr sz="1510" b="1"/>
            </a:lvl4pPr>
            <a:lvl5pPr marL="1727835" indent="0">
              <a:buNone/>
              <a:defRPr sz="1510" b="1"/>
            </a:lvl5pPr>
            <a:lvl6pPr marL="2160270" indent="0">
              <a:buNone/>
              <a:defRPr sz="1510" b="1"/>
            </a:lvl6pPr>
            <a:lvl7pPr marL="2592070" indent="0">
              <a:buNone/>
              <a:defRPr sz="1510" b="1"/>
            </a:lvl7pPr>
            <a:lvl8pPr marL="3023870" indent="0">
              <a:buNone/>
              <a:defRPr sz="1510" b="1"/>
            </a:lvl8pPr>
            <a:lvl9pPr marL="3456305" indent="0">
              <a:buNone/>
              <a:defRPr sz="1510" b="1"/>
            </a:lvl9pPr>
          </a:lstStyle>
          <a:p>
            <a:pPr lvl="0"/>
            <a:r>
              <a:rPr lang="zh-CN" altLang="en-US" dirty="0"/>
              <a:t>单击此处编辑文本</a:t>
            </a:r>
            <a:endParaRPr lang="zh-CN" altLang="en-US" dirty="0"/>
          </a:p>
        </p:txBody>
      </p:sp>
      <p:sp>
        <p:nvSpPr>
          <p:cNvPr id="1049390" name="内容占位符 3"/>
          <p:cNvSpPr>
            <a:spLocks noGrp="1"/>
          </p:cNvSpPr>
          <p:nvPr>
            <p:ph sz="half" idx="2"/>
            <p:custDataLst>
              <p:tags r:id="rId4"/>
            </p:custDataLst>
          </p:nvPr>
        </p:nvSpPr>
        <p:spPr>
          <a:xfrm>
            <a:off x="574866" y="1751811"/>
            <a:ext cx="5047937" cy="4153323"/>
          </a:xfrm>
        </p:spPr>
        <p:txBody>
          <a:bodyPr vert="horz" lIns="101600" tIns="0" rIns="82550" bIns="0" rtlCol="0">
            <a:normAutofit/>
          </a:bodyPr>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049391" name="文本占位符 4"/>
          <p:cNvSpPr>
            <a:spLocks noGrp="1"/>
          </p:cNvSpPr>
          <p:nvPr>
            <p:ph type="body" sz="quarter" idx="3" hasCustomPrompt="1"/>
            <p:custDataLst>
              <p:tags r:id="rId5"/>
            </p:custDataLst>
          </p:nvPr>
        </p:nvSpPr>
        <p:spPr>
          <a:xfrm>
            <a:off x="5892047" y="1343366"/>
            <a:ext cx="5047937" cy="360567"/>
          </a:xfrm>
        </p:spPr>
        <p:txBody>
          <a:bodyPr vert="horz" lIns="101600" tIns="38100" rIns="76200" bIns="38100" rtlCol="0" anchor="t" anchorCtr="0">
            <a:normAutofit/>
          </a:bodyPr>
          <a:lstStyle>
            <a:lvl1pPr marL="0" indent="0">
              <a:lnSpc>
                <a:spcPct val="100000"/>
              </a:lnSpc>
              <a:buNone/>
              <a:defRPr sz="1890" b="1" spc="200">
                <a:solidFill>
                  <a:schemeClr val="tx1">
                    <a:lumMod val="75000"/>
                    <a:lumOff val="25000"/>
                  </a:schemeClr>
                </a:solidFill>
              </a:defRPr>
            </a:lvl1pPr>
            <a:lvl2pPr marL="431800" indent="0">
              <a:buNone/>
              <a:defRPr sz="1890" b="1"/>
            </a:lvl2pPr>
            <a:lvl3pPr marL="864235" indent="0">
              <a:buNone/>
              <a:defRPr sz="1700" b="1"/>
            </a:lvl3pPr>
            <a:lvl4pPr marL="1296035" indent="0">
              <a:buNone/>
              <a:defRPr sz="1510" b="1"/>
            </a:lvl4pPr>
            <a:lvl5pPr marL="1727835" indent="0">
              <a:buNone/>
              <a:defRPr sz="1510" b="1"/>
            </a:lvl5pPr>
            <a:lvl6pPr marL="2160270" indent="0">
              <a:buNone/>
              <a:defRPr sz="1510" b="1"/>
            </a:lvl6pPr>
            <a:lvl7pPr marL="2592070" indent="0">
              <a:buNone/>
              <a:defRPr sz="1510" b="1"/>
            </a:lvl7pPr>
            <a:lvl8pPr marL="3023870" indent="0">
              <a:buNone/>
              <a:defRPr sz="1510" b="1"/>
            </a:lvl8pPr>
            <a:lvl9pPr marL="3456305" indent="0">
              <a:buNone/>
              <a:defRPr sz="1510" b="1"/>
            </a:lvl9pPr>
          </a:lstStyle>
          <a:p>
            <a:pPr lvl="0"/>
            <a:r>
              <a:rPr lang="zh-CN" altLang="en-US" smtClean="0"/>
              <a:t>单击此处编辑文本</a:t>
            </a:r>
            <a:endParaRPr lang="zh-CN" altLang="en-US"/>
          </a:p>
        </p:txBody>
      </p:sp>
      <p:sp>
        <p:nvSpPr>
          <p:cNvPr id="1049392" name="内容占位符 5"/>
          <p:cNvSpPr>
            <a:spLocks noGrp="1"/>
          </p:cNvSpPr>
          <p:nvPr>
            <p:ph sz="quarter" idx="4"/>
            <p:custDataLst>
              <p:tags r:id="rId6"/>
            </p:custDataLst>
          </p:nvPr>
        </p:nvSpPr>
        <p:spPr>
          <a:xfrm>
            <a:off x="5892047" y="1751811"/>
            <a:ext cx="5047937" cy="4153323"/>
          </a:xfrm>
        </p:spPr>
        <p:txBody>
          <a:bodyPr vert="horz" lIns="101600" tIns="0" rIns="82550" bIns="0" rtlCol="0">
            <a:normAutofit/>
          </a:bodyPr>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049393" name="日期占位符 6"/>
          <p:cNvSpPr>
            <a:spLocks noGrp="1"/>
          </p:cNvSpPr>
          <p:nvPr>
            <p:ph type="dt" sz="half" idx="10"/>
            <p:custDataLst>
              <p:tags r:id="rId7"/>
            </p:custDataLst>
          </p:nvPr>
        </p:nvSpPr>
        <p:spPr/>
        <p:txBody>
          <a:bodyPr/>
          <a:p>
            <a:fld id="{760FBDFE-C587-4B4C-A407-44438C67B59E}" type="datetimeFigureOut">
              <a:rPr lang="zh-CN" altLang="en-US" smtClean="0"/>
            </a:fld>
            <a:endParaRPr lang="zh-CN" altLang="en-US"/>
          </a:p>
        </p:txBody>
      </p:sp>
      <p:sp>
        <p:nvSpPr>
          <p:cNvPr id="1049394" name="页脚占位符 7"/>
          <p:cNvSpPr>
            <a:spLocks noGrp="1"/>
          </p:cNvSpPr>
          <p:nvPr>
            <p:ph type="ftr" sz="quarter" idx="11"/>
            <p:custDataLst>
              <p:tags r:id="rId8"/>
            </p:custDataLst>
          </p:nvPr>
        </p:nvSpPr>
        <p:spPr/>
        <p:txBody>
          <a:bodyPr/>
          <a:p>
            <a:endParaRPr lang="zh-CN" altLang="en-US"/>
          </a:p>
        </p:txBody>
      </p:sp>
      <p:sp>
        <p:nvSpPr>
          <p:cNvPr id="1049395" name="灯片编号占位符 8"/>
          <p:cNvSpPr>
            <a:spLocks noGrp="1"/>
          </p:cNvSpPr>
          <p:nvPr>
            <p:ph type="sldNum" sz="quarter" idx="12"/>
            <p:custDataLst>
              <p:tags r:id="rId9"/>
            </p:custDataLst>
          </p:nvPr>
        </p:nvSpPr>
        <p:spPr/>
        <p:txBody>
          <a:bodyPr/>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458" name=""/>
        <p:cNvGrpSpPr/>
        <p:nvPr/>
      </p:nvGrpSpPr>
      <p:grpSpPr>
        <a:xfrm>
          <a:off x="0" y="0"/>
          <a:ext cx="0" cy="0"/>
          <a:chOff x="0" y="0"/>
          <a:chExt cx="0" cy="0"/>
        </a:xfrm>
      </p:grpSpPr>
      <p:sp>
        <p:nvSpPr>
          <p:cNvPr id="1048928" name="标题 1"/>
          <p:cNvSpPr>
            <a:spLocks noGrp="1"/>
          </p:cNvSpPr>
          <p:nvPr>
            <p:ph type="title"/>
            <p:custDataLst>
              <p:tags r:id="rId2"/>
            </p:custDataLst>
          </p:nvPr>
        </p:nvSpPr>
        <p:spPr>
          <a:xfrm>
            <a:off x="574866" y="574866"/>
            <a:ext cx="10364599" cy="666709"/>
          </a:xfrm>
        </p:spPr>
        <p:txBody>
          <a:bodyPr vert="horz" lIns="90000" tIns="46800" rIns="90000" bIns="46800" rtlCol="0" anchor="ctr" anchorCtr="0">
            <a:normAutofit/>
          </a:bodyPr>
          <a:p>
            <a:pPr lvl="0"/>
            <a:r>
              <a:rPr lang="zh-CN" altLang="en-US" smtClean="0"/>
              <a:t>单击此处编辑母版标题样式</a:t>
            </a:r>
            <a:endParaRPr lang="zh-CN" altLang="en-US"/>
          </a:p>
        </p:txBody>
      </p:sp>
      <p:sp>
        <p:nvSpPr>
          <p:cNvPr id="1048929" name="日期占位符 2"/>
          <p:cNvSpPr>
            <a:spLocks noGrp="1"/>
          </p:cNvSpPr>
          <p:nvPr>
            <p:ph type="dt" sz="half" idx="10"/>
            <p:custDataLst>
              <p:tags r:id="rId3"/>
            </p:custDataLst>
          </p:nvPr>
        </p:nvSpPr>
        <p:spPr/>
        <p:txBody>
          <a:bodyPr/>
          <a:p>
            <a:fld id="{760FBDFE-C587-4B4C-A407-44438C67B59E}" type="datetimeFigureOut">
              <a:rPr lang="zh-CN" altLang="en-US" smtClean="0"/>
            </a:fld>
            <a:endParaRPr lang="zh-CN" altLang="en-US"/>
          </a:p>
        </p:txBody>
      </p:sp>
      <p:sp>
        <p:nvSpPr>
          <p:cNvPr id="1048930" name="页脚占位符 3"/>
          <p:cNvSpPr>
            <a:spLocks noGrp="1"/>
          </p:cNvSpPr>
          <p:nvPr>
            <p:ph type="ftr" sz="quarter" idx="11"/>
            <p:custDataLst>
              <p:tags r:id="rId4"/>
            </p:custDataLst>
          </p:nvPr>
        </p:nvSpPr>
        <p:spPr/>
        <p:txBody>
          <a:bodyPr/>
          <a:p>
            <a:endParaRPr lang="zh-CN" altLang="en-US"/>
          </a:p>
        </p:txBody>
      </p:sp>
      <p:sp>
        <p:nvSpPr>
          <p:cNvPr id="1048931" name="灯片编号占位符 4"/>
          <p:cNvSpPr>
            <a:spLocks noGrp="1"/>
          </p:cNvSpPr>
          <p:nvPr>
            <p:ph type="sldNum" sz="quarter" idx="12"/>
            <p:custDataLst>
              <p:tags r:id="rId5"/>
            </p:custDataLst>
          </p:nvPr>
        </p:nvSpPr>
        <p:spPr/>
        <p:txBody>
          <a:bodyPr/>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287" name=""/>
        <p:cNvGrpSpPr/>
        <p:nvPr/>
      </p:nvGrpSpPr>
      <p:grpSpPr>
        <a:xfrm>
          <a:off x="0" y="0"/>
          <a:ext cx="0" cy="0"/>
          <a:chOff x="0" y="0"/>
          <a:chExt cx="0" cy="0"/>
        </a:xfrm>
      </p:grpSpPr>
      <p:sp>
        <p:nvSpPr>
          <p:cNvPr id="1048596" name="日期占位符 1"/>
          <p:cNvSpPr>
            <a:spLocks noGrp="1"/>
          </p:cNvSpPr>
          <p:nvPr>
            <p:ph type="dt" sz="half" idx="10"/>
            <p:custDataLst>
              <p:tags r:id="rId2"/>
            </p:custDataLst>
          </p:nvPr>
        </p:nvSpPr>
        <p:spPr/>
        <p:txBody>
          <a:bodyPr/>
          <a:p>
            <a:fld id="{760FBDFE-C587-4B4C-A407-44438C67B59E}" type="datetimeFigureOut">
              <a:rPr lang="zh-CN" altLang="en-US" smtClean="0"/>
            </a:fld>
            <a:endParaRPr lang="zh-CN" altLang="en-US"/>
          </a:p>
        </p:txBody>
      </p:sp>
      <p:sp>
        <p:nvSpPr>
          <p:cNvPr id="1048597" name="页脚占位符 2"/>
          <p:cNvSpPr>
            <a:spLocks noGrp="1"/>
          </p:cNvSpPr>
          <p:nvPr>
            <p:ph type="ftr" sz="quarter" idx="11"/>
            <p:custDataLst>
              <p:tags r:id="rId3"/>
            </p:custDataLst>
          </p:nvPr>
        </p:nvSpPr>
        <p:spPr/>
        <p:txBody>
          <a:bodyPr/>
          <a:p>
            <a:endParaRPr lang="zh-CN" altLang="en-US"/>
          </a:p>
        </p:txBody>
      </p:sp>
      <p:sp>
        <p:nvSpPr>
          <p:cNvPr id="1048598" name="灯片编号占位符 3"/>
          <p:cNvSpPr>
            <a:spLocks noGrp="1"/>
          </p:cNvSpPr>
          <p:nvPr>
            <p:ph type="sldNum" sz="quarter" idx="12"/>
            <p:custDataLst>
              <p:tags r:id="rId4"/>
            </p:custDataLst>
          </p:nvPr>
        </p:nvSpPr>
        <p:spPr/>
        <p:txBody>
          <a:bodyPr/>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710" name=""/>
        <p:cNvGrpSpPr/>
        <p:nvPr/>
      </p:nvGrpSpPr>
      <p:grpSpPr>
        <a:xfrm>
          <a:off x="0" y="0"/>
          <a:ext cx="0" cy="0"/>
          <a:chOff x="0" y="0"/>
          <a:chExt cx="0" cy="0"/>
        </a:xfrm>
      </p:grpSpPr>
      <p:sp>
        <p:nvSpPr>
          <p:cNvPr id="1049396" name="图片占位符 2"/>
          <p:cNvSpPr>
            <a:spLocks noGrp="1"/>
          </p:cNvSpPr>
          <p:nvPr>
            <p:ph type="pic" idx="1"/>
            <p:custDataLst>
              <p:tags r:id="rId2"/>
            </p:custDataLst>
          </p:nvPr>
        </p:nvSpPr>
        <p:spPr>
          <a:xfrm>
            <a:off x="574866" y="1469480"/>
            <a:ext cx="4944640" cy="4354016"/>
          </a:xfrm>
        </p:spPr>
        <p:txBody>
          <a:bodyPr vert="horz" lIns="90000" tIns="46800" rIns="90000" bIns="46800" rtlCol="0">
            <a:normAutofit/>
          </a:bodyPr>
          <a:lstStyle>
            <a:lvl1pPr>
              <a:buNone/>
              <a:defRPr sz="1510"/>
            </a:lvl1pPr>
          </a:lstStyle>
          <a:p>
            <a:pPr lvl="0"/>
            <a:endParaRPr lang="zh-CN" altLang="en-US"/>
          </a:p>
        </p:txBody>
      </p:sp>
      <p:sp>
        <p:nvSpPr>
          <p:cNvPr id="1049397" name="文本占位符 3"/>
          <p:cNvSpPr>
            <a:spLocks noGrp="1"/>
          </p:cNvSpPr>
          <p:nvPr>
            <p:ph type="body" sz="half" idx="2"/>
            <p:custDataLst>
              <p:tags r:id="rId3"/>
            </p:custDataLst>
          </p:nvPr>
        </p:nvSpPr>
        <p:spPr>
          <a:xfrm>
            <a:off x="6000378" y="1469480"/>
            <a:ext cx="4939087" cy="4354016"/>
          </a:xfrm>
        </p:spPr>
        <p:txBody>
          <a:bodyPr vert="horz" lIns="90000" tIns="46800" rIns="90000" bIns="46800" rtlCol="0">
            <a:normAutofit/>
          </a:bodyPr>
          <a:lstStyle>
            <a:lvl1pPr>
              <a:buNone/>
              <a:defRPr sz="1510"/>
            </a:lvl1pPr>
          </a:lstStyle>
          <a:p>
            <a:pPr lvl="0"/>
            <a:r>
              <a:rPr lang="zh-CN" altLang="en-US" smtClean="0"/>
              <a:t>单击此处编辑母版文本样式</a:t>
            </a:r>
            <a:endParaRPr lang="zh-CN" altLang="en-US"/>
          </a:p>
        </p:txBody>
      </p:sp>
      <p:sp>
        <p:nvSpPr>
          <p:cNvPr id="1049398" name="日期占位符 4"/>
          <p:cNvSpPr>
            <a:spLocks noGrp="1"/>
          </p:cNvSpPr>
          <p:nvPr>
            <p:ph type="dt" sz="half" idx="10"/>
            <p:custDataLst>
              <p:tags r:id="rId4"/>
            </p:custDataLst>
          </p:nvPr>
        </p:nvSpPr>
        <p:spPr/>
        <p:txBody>
          <a:bodyPr/>
          <a:p>
            <a:fld id="{9EFD9D74-47D9-4702-A33C-335B63B48DBF}" type="datetimeFigureOut">
              <a:rPr lang="zh-CN" altLang="en-US" smtClean="0"/>
            </a:fld>
            <a:endParaRPr lang="zh-CN" altLang="en-US" dirty="0"/>
          </a:p>
        </p:txBody>
      </p:sp>
      <p:sp>
        <p:nvSpPr>
          <p:cNvPr id="1049399" name="页脚占位符 5"/>
          <p:cNvSpPr>
            <a:spLocks noGrp="1"/>
          </p:cNvSpPr>
          <p:nvPr>
            <p:ph type="ftr" sz="quarter" idx="11"/>
            <p:custDataLst>
              <p:tags r:id="rId5"/>
            </p:custDataLst>
          </p:nvPr>
        </p:nvSpPr>
        <p:spPr/>
        <p:txBody>
          <a:bodyPr/>
          <a:p>
            <a:endParaRPr lang="zh-CN" altLang="en-US" dirty="0"/>
          </a:p>
        </p:txBody>
      </p:sp>
      <p:sp>
        <p:nvSpPr>
          <p:cNvPr id="1049400" name="灯片编号占位符 6"/>
          <p:cNvSpPr>
            <a:spLocks noGrp="1"/>
          </p:cNvSpPr>
          <p:nvPr>
            <p:ph type="sldNum" sz="quarter" idx="12"/>
            <p:custDataLst>
              <p:tags r:id="rId6"/>
            </p:custDataLst>
          </p:nvPr>
        </p:nvSpPr>
        <p:spPr/>
        <p:txBody>
          <a:bodyPr/>
          <a:p>
            <a:fld id="{FABC47A4-756D-490B-A52F-7D9E2C9FC05F}" type="slidenum">
              <a:rPr lang="zh-CN" altLang="en-US" smtClean="0"/>
            </a:fld>
            <a:endParaRPr lang="zh-CN" altLang="en-US"/>
          </a:p>
        </p:txBody>
      </p:sp>
      <p:sp>
        <p:nvSpPr>
          <p:cNvPr id="1049401"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705" name=""/>
        <p:cNvGrpSpPr/>
        <p:nvPr/>
      </p:nvGrpSpPr>
      <p:grpSpPr>
        <a:xfrm>
          <a:off x="0" y="0"/>
          <a:ext cx="0" cy="0"/>
          <a:chOff x="0" y="0"/>
          <a:chExt cx="0" cy="0"/>
        </a:xfrm>
      </p:grpSpPr>
      <p:sp>
        <p:nvSpPr>
          <p:cNvPr id="1049368" name="竖排标题 1"/>
          <p:cNvSpPr>
            <a:spLocks noGrp="1"/>
          </p:cNvSpPr>
          <p:nvPr>
            <p:ph type="title" orient="vert" hasCustomPrompt="1"/>
            <p:custDataLst>
              <p:tags r:id="rId2"/>
            </p:custDataLst>
          </p:nvPr>
        </p:nvSpPr>
        <p:spPr>
          <a:xfrm>
            <a:off x="9670677" y="864000"/>
            <a:ext cx="986457" cy="4752000"/>
          </a:xfrm>
        </p:spPr>
        <p:txBody>
          <a:bodyPr vert="eaVert" lIns="90000" tIns="46800" rIns="90000" bIns="46800" rtlCol="0" anchor="ctr" anchorCtr="0">
            <a:normAutofit/>
          </a:bodyPr>
          <a:lstStyle>
            <a:lvl1pPr>
              <a:buNone/>
              <a:defRPr sz="2645"/>
            </a:lvl1pPr>
          </a:lstStyle>
          <a:p>
            <a:pPr lvl="0"/>
            <a:r>
              <a:rPr lang="zh-CN" altLang="en-US" smtClean="0"/>
              <a:t>单击此处编辑标题</a:t>
            </a:r>
            <a:endParaRPr lang="zh-CN" altLang="en-US"/>
          </a:p>
        </p:txBody>
      </p:sp>
      <p:sp>
        <p:nvSpPr>
          <p:cNvPr id="1049369" name="竖排文字占位符 2"/>
          <p:cNvSpPr>
            <a:spLocks noGrp="1"/>
          </p:cNvSpPr>
          <p:nvPr>
            <p:ph type="body" orient="vert" idx="1"/>
            <p:custDataLst>
              <p:tags r:id="rId3"/>
            </p:custDataLst>
          </p:nvPr>
        </p:nvSpPr>
        <p:spPr>
          <a:xfrm>
            <a:off x="864000" y="864000"/>
            <a:ext cx="8663811" cy="4752000"/>
          </a:xfrm>
        </p:spPr>
        <p:txBody>
          <a:bodyPr vert="eaVert" lIns="46800" tIns="46800" rIns="46800" bIns="46800"/>
          <a:lstStyle>
            <a:lvl1pPr marL="215900" indent="-215900">
              <a:spcAft>
                <a:spcPts val="1000"/>
              </a:spcAft>
              <a:defRPr spc="300"/>
            </a:lvl1pPr>
            <a:lvl2pPr marL="647700" indent="-215900">
              <a:defRPr spc="300"/>
            </a:lvl2pPr>
            <a:lvl3pPr marL="1080135" indent="-215900">
              <a:defRPr spc="300"/>
            </a:lvl3pPr>
            <a:lvl4pPr marL="1511935" indent="-215900">
              <a:defRPr spc="300"/>
            </a:lvl4pPr>
            <a:lvl5pPr marL="1943735" indent="-2159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9370" name="日期占位符 3"/>
          <p:cNvSpPr>
            <a:spLocks noGrp="1"/>
          </p:cNvSpPr>
          <p:nvPr>
            <p:ph type="dt" sz="half" idx="10"/>
            <p:custDataLst>
              <p:tags r:id="rId4"/>
            </p:custDataLst>
          </p:nvPr>
        </p:nvSpPr>
        <p:spPr/>
        <p:txBody>
          <a:bodyPr/>
          <a:p>
            <a:fld id="{760FBDFE-C587-4B4C-A407-44438C67B59E}" type="datetimeFigureOut">
              <a:rPr lang="zh-CN" altLang="en-US" smtClean="0"/>
            </a:fld>
            <a:endParaRPr lang="zh-CN" altLang="en-US"/>
          </a:p>
        </p:txBody>
      </p:sp>
      <p:sp>
        <p:nvSpPr>
          <p:cNvPr id="1049371" name="页脚占位符 4"/>
          <p:cNvSpPr>
            <a:spLocks noGrp="1"/>
          </p:cNvSpPr>
          <p:nvPr>
            <p:ph type="ftr" sz="quarter" idx="11"/>
            <p:custDataLst>
              <p:tags r:id="rId5"/>
            </p:custDataLst>
          </p:nvPr>
        </p:nvSpPr>
        <p:spPr/>
        <p:txBody>
          <a:bodyPr/>
          <a:p>
            <a:endParaRPr lang="zh-CN" altLang="en-US"/>
          </a:p>
        </p:txBody>
      </p:sp>
      <p:sp>
        <p:nvSpPr>
          <p:cNvPr id="1049372" name="灯片编号占位符 5"/>
          <p:cNvSpPr>
            <a:spLocks noGrp="1"/>
          </p:cNvSpPr>
          <p:nvPr>
            <p:ph type="sldNum" sz="quarter" idx="12"/>
            <p:custDataLst>
              <p:tags r:id="rId6"/>
            </p:custDataLst>
          </p:nvPr>
        </p:nvSpPr>
        <p:spPr/>
        <p:txBody>
          <a:bodyPr/>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706" name=""/>
        <p:cNvGrpSpPr/>
        <p:nvPr/>
      </p:nvGrpSpPr>
      <p:grpSpPr>
        <a:xfrm>
          <a:off x="0" y="0"/>
          <a:ext cx="0" cy="0"/>
          <a:chOff x="0" y="0"/>
          <a:chExt cx="0" cy="0"/>
        </a:xfrm>
      </p:grpSpPr>
      <p:sp>
        <p:nvSpPr>
          <p:cNvPr id="1049373" name="日期占位符 2"/>
          <p:cNvSpPr>
            <a:spLocks noGrp="1"/>
          </p:cNvSpPr>
          <p:nvPr>
            <p:ph type="dt" sz="half" idx="10"/>
            <p:custDataLst>
              <p:tags r:id="rId2"/>
            </p:custDataLst>
          </p:nvPr>
        </p:nvSpPr>
        <p:spPr/>
        <p:txBody>
          <a:bodyPr/>
          <a:p>
            <a:fld id="{760FBDFE-C587-4B4C-A407-44438C67B59E}" type="datetimeFigureOut">
              <a:rPr lang="zh-CN" altLang="en-US" smtClean="0"/>
            </a:fld>
            <a:endParaRPr lang="zh-CN" altLang="en-US"/>
          </a:p>
        </p:txBody>
      </p:sp>
      <p:sp>
        <p:nvSpPr>
          <p:cNvPr id="1049374" name="页脚占位符 3"/>
          <p:cNvSpPr>
            <a:spLocks noGrp="1"/>
          </p:cNvSpPr>
          <p:nvPr>
            <p:ph type="ftr" sz="quarter" idx="11"/>
            <p:custDataLst>
              <p:tags r:id="rId3"/>
            </p:custDataLst>
          </p:nvPr>
        </p:nvSpPr>
        <p:spPr/>
        <p:txBody>
          <a:bodyPr/>
          <a:p>
            <a:endParaRPr lang="zh-CN" altLang="en-US"/>
          </a:p>
        </p:txBody>
      </p:sp>
      <p:sp>
        <p:nvSpPr>
          <p:cNvPr id="1049375" name="灯片编号占位符 4"/>
          <p:cNvSpPr>
            <a:spLocks noGrp="1"/>
          </p:cNvSpPr>
          <p:nvPr>
            <p:ph type="sldNum" sz="quarter" idx="12"/>
            <p:custDataLst>
              <p:tags r:id="rId4"/>
            </p:custDataLst>
          </p:nvPr>
        </p:nvSpPr>
        <p:spPr/>
        <p:txBody>
          <a:bodyPr/>
          <a:p>
            <a:fld id="{49AE70B2-8BF9-45C0-BB95-33D1B9D3A854}" type="slidenum">
              <a:rPr lang="zh-CN" altLang="en-US" smtClean="0"/>
            </a:fld>
            <a:endParaRPr lang="zh-CN" altLang="en-US"/>
          </a:p>
        </p:txBody>
      </p:sp>
      <p:sp>
        <p:nvSpPr>
          <p:cNvPr id="1049376" name="内容占位符 6"/>
          <p:cNvSpPr>
            <a:spLocks noGrp="1"/>
          </p:cNvSpPr>
          <p:nvPr>
            <p:ph sz="quarter" idx="13"/>
            <p:custDataLst>
              <p:tags r:id="rId5"/>
            </p:custDataLst>
          </p:nvPr>
        </p:nvSpPr>
        <p:spPr>
          <a:xfrm>
            <a:off x="574866" y="731339"/>
            <a:ext cx="10368000" cy="5180599"/>
          </a:xfrm>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704" name=""/>
        <p:cNvGrpSpPr/>
        <p:nvPr/>
      </p:nvGrpSpPr>
      <p:grpSpPr>
        <a:xfrm>
          <a:off x="0" y="0"/>
          <a:ext cx="0" cy="0"/>
          <a:chOff x="0" y="0"/>
          <a:chExt cx="0" cy="0"/>
        </a:xfrm>
      </p:grpSpPr>
      <p:sp>
        <p:nvSpPr>
          <p:cNvPr id="1049363" name="日期占位符 2"/>
          <p:cNvSpPr>
            <a:spLocks noGrp="1"/>
          </p:cNvSpPr>
          <p:nvPr>
            <p:ph type="dt" sz="half" idx="10"/>
            <p:custDataLst>
              <p:tags r:id="rId2"/>
            </p:custDataLst>
          </p:nvPr>
        </p:nvSpPr>
        <p:spPr/>
        <p:txBody>
          <a:bodyPr/>
          <a:p>
            <a:fld id="{760FBDFE-C587-4B4C-A407-44438C67B59E}" type="datetimeFigureOut">
              <a:rPr lang="zh-CN" altLang="en-US" smtClean="0"/>
            </a:fld>
            <a:endParaRPr lang="zh-CN" altLang="en-US"/>
          </a:p>
        </p:txBody>
      </p:sp>
      <p:sp>
        <p:nvSpPr>
          <p:cNvPr id="1049364" name="页脚占位符 3"/>
          <p:cNvSpPr>
            <a:spLocks noGrp="1"/>
          </p:cNvSpPr>
          <p:nvPr>
            <p:ph type="ftr" sz="quarter" idx="11"/>
            <p:custDataLst>
              <p:tags r:id="rId3"/>
            </p:custDataLst>
          </p:nvPr>
        </p:nvSpPr>
        <p:spPr/>
        <p:txBody>
          <a:bodyPr/>
          <a:p>
            <a:endParaRPr lang="zh-CN" altLang="en-US"/>
          </a:p>
        </p:txBody>
      </p:sp>
      <p:sp>
        <p:nvSpPr>
          <p:cNvPr id="1049365" name="灯片编号占位符 4"/>
          <p:cNvSpPr>
            <a:spLocks noGrp="1"/>
          </p:cNvSpPr>
          <p:nvPr>
            <p:ph type="sldNum" sz="quarter" idx="12"/>
            <p:custDataLst>
              <p:tags r:id="rId4"/>
            </p:custDataLst>
          </p:nvPr>
        </p:nvSpPr>
        <p:spPr/>
        <p:txBody>
          <a:bodyPr/>
          <a:p>
            <a:fld id="{49AE70B2-8BF9-45C0-BB95-33D1B9D3A854}" type="slidenum">
              <a:rPr lang="zh-CN" altLang="en-US" smtClean="0"/>
            </a:fld>
            <a:endParaRPr lang="zh-CN" altLang="en-US"/>
          </a:p>
        </p:txBody>
      </p:sp>
      <p:sp>
        <p:nvSpPr>
          <p:cNvPr id="1049366" name="标题 1"/>
          <p:cNvSpPr>
            <a:spLocks noGrp="1"/>
          </p:cNvSpPr>
          <p:nvPr>
            <p:ph type="title" hasCustomPrompt="1"/>
            <p:custDataLst>
              <p:tags r:id="rId5"/>
            </p:custDataLst>
          </p:nvPr>
        </p:nvSpPr>
        <p:spPr>
          <a:xfrm>
            <a:off x="1132724" y="2347087"/>
            <a:ext cx="9259087" cy="962646"/>
          </a:xfrm>
        </p:spPr>
        <p:txBody>
          <a:bodyPr vert="horz" lIns="90000" tIns="46800" rIns="90000" bIns="46800" rtlCol="0" anchor="t" anchorCtr="0">
            <a:normAutofit/>
          </a:bodyPr>
          <a:lstStyle>
            <a:lvl1pPr algn="ctr">
              <a:defRPr sz="5670"/>
            </a:lvl1pPr>
          </a:lstStyle>
          <a:p>
            <a:pPr lvl="0"/>
            <a:r>
              <a:rPr lang="zh-CN" altLang="en-US" smtClean="0"/>
              <a:t>单击此处编辑标题</a:t>
            </a:r>
            <a:endParaRPr lang="zh-CN" altLang="en-US"/>
          </a:p>
        </p:txBody>
      </p:sp>
      <p:sp>
        <p:nvSpPr>
          <p:cNvPr id="1049367" name="文本占位符 6"/>
          <p:cNvSpPr>
            <a:spLocks noGrp="1"/>
          </p:cNvSpPr>
          <p:nvPr>
            <p:ph type="body" sz="quarter" idx="13"/>
            <p:custDataLst>
              <p:tags r:id="rId6"/>
            </p:custDataLst>
          </p:nvPr>
        </p:nvSpPr>
        <p:spPr>
          <a:xfrm>
            <a:off x="1132724" y="3364158"/>
            <a:ext cx="9259087" cy="445606"/>
          </a:xfrm>
        </p:spPr>
        <p:txBody>
          <a:bodyPr lIns="90000" tIns="46800" rIns="90000" bIns="46800">
            <a:normAutofit/>
          </a:bodyPr>
          <a:lstStyle>
            <a:lvl1pPr algn="ctr">
              <a:lnSpc>
                <a:spcPct val="110000"/>
              </a:lnSpc>
              <a:buNone/>
              <a:defRPr sz="227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标题与照片">
    <p:spTree>
      <p:nvGrpSpPr>
        <p:cNvPr id="703" name=""/>
        <p:cNvGrpSpPr/>
        <p:nvPr/>
      </p:nvGrpSpPr>
      <p:grpSpPr>
        <a:xfrm>
          <a:off x="0" y="0"/>
          <a:ext cx="0" cy="0"/>
          <a:chOff x="0" y="0"/>
          <a:chExt cx="0" cy="0"/>
        </a:xfrm>
      </p:grpSpPr>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tags" Target="../tags/tag62.xml"/><Relationship Id="rId2" Type="http://schemas.openxmlformats.org/officeDocument/2006/relationships/slideLayout" Target="../slideLayouts/slideLayout2.xml"/><Relationship Id="rId19" Type="http://schemas.openxmlformats.org/officeDocument/2006/relationships/tags" Target="../tags/tag61.xml"/><Relationship Id="rId18" Type="http://schemas.openxmlformats.org/officeDocument/2006/relationships/tags" Target="../tags/tag60.xml"/><Relationship Id="rId17" Type="http://schemas.openxmlformats.org/officeDocument/2006/relationships/tags" Target="../tags/tag59.xml"/><Relationship Id="rId16" Type="http://schemas.openxmlformats.org/officeDocument/2006/relationships/tags" Target="../tags/tag58.xml"/><Relationship Id="rId15" Type="http://schemas.openxmlformats.org/officeDocument/2006/relationships/tags" Target="../tags/tag57.xml"/><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2" name=""/>
        <p:cNvGrpSpPr/>
        <p:nvPr/>
      </p:nvGrpSpPr>
      <p:grpSpPr>
        <a:xfrm>
          <a:off x="0" y="0"/>
          <a:ext cx="0" cy="0"/>
          <a:chOff x="0" y="0"/>
          <a:chExt cx="0" cy="0"/>
        </a:xfrm>
      </p:grpSpPr>
      <p:sp>
        <p:nvSpPr>
          <p:cNvPr id="1048576" name="标题占位符 1"/>
          <p:cNvSpPr>
            <a:spLocks noGrp="1"/>
          </p:cNvSpPr>
          <p:nvPr>
            <p:ph type="title"/>
            <p:custDataLst>
              <p:tags r:id="rId15"/>
            </p:custDataLst>
          </p:nvPr>
        </p:nvSpPr>
        <p:spPr>
          <a:xfrm>
            <a:off x="574866" y="574866"/>
            <a:ext cx="10364599" cy="666709"/>
          </a:xfrm>
          <a:prstGeom prst="rect">
            <a:avLst/>
          </a:prstGeom>
        </p:spPr>
        <p:txBody>
          <a:bodyPr vert="horz" lIns="90170" tIns="46990" rIns="90170" bIns="46990" rtlCol="0" anchor="ctr" anchorCtr="0">
            <a:normAutofit/>
          </a:bodyPr>
          <a:p>
            <a:r>
              <a:rPr lang="zh-CN" altLang="en-US" dirty="0"/>
              <a:t>单击此处编辑母版标题样式</a:t>
            </a:r>
            <a:endParaRPr lang="zh-CN" altLang="en-US" dirty="0"/>
          </a:p>
        </p:txBody>
      </p:sp>
      <p:sp>
        <p:nvSpPr>
          <p:cNvPr id="1048577" name="文本占位符 2"/>
          <p:cNvSpPr>
            <a:spLocks noGrp="1"/>
          </p:cNvSpPr>
          <p:nvPr>
            <p:ph type="body" idx="1"/>
            <p:custDataLst>
              <p:tags r:id="rId16"/>
            </p:custDataLst>
          </p:nvPr>
        </p:nvSpPr>
        <p:spPr>
          <a:xfrm>
            <a:off x="574866" y="1408252"/>
            <a:ext cx="10364599" cy="4496882"/>
          </a:xfrm>
          <a:prstGeom prst="rect">
            <a:avLst/>
          </a:prstGeom>
        </p:spPr>
        <p:txBody>
          <a:bodyPr vert="horz" lIns="90000" tIns="46800" rIns="90000" bIns="46800" rtlCol="0">
            <a:normAutofit/>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578" name="日期占位符 3"/>
          <p:cNvSpPr>
            <a:spLocks noGrp="1"/>
          </p:cNvSpPr>
          <p:nvPr>
            <p:ph type="dt" sz="half" idx="2"/>
            <p:custDataLst>
              <p:tags r:id="rId17"/>
            </p:custDataLst>
          </p:nvPr>
        </p:nvSpPr>
        <p:spPr>
          <a:xfrm>
            <a:off x="578268" y="5966362"/>
            <a:ext cx="2551181" cy="299339"/>
          </a:xfrm>
          <a:prstGeom prst="rect">
            <a:avLst/>
          </a:prstGeom>
        </p:spPr>
        <p:txBody>
          <a:bodyPr vert="horz" lIns="91440" tIns="45720" rIns="91440" bIns="45720" rtlCol="0" anchor="ctr">
            <a:normAutofit/>
          </a:bodyPr>
          <a:lstStyle>
            <a:lvl1pPr algn="l">
              <a:defRPr sz="945" baseline="0">
                <a:solidFill>
                  <a:schemeClr val="tx1">
                    <a:tint val="75000"/>
                  </a:schemeClr>
                </a:solidFill>
              </a:defRPr>
            </a:lvl1pPr>
          </a:lstStyle>
          <a:p>
            <a:fld id="{760FBDFE-C587-4B4C-A407-44438C67B59E}" type="datetimeFigureOut">
              <a:rPr lang="zh-CN" altLang="en-US" smtClean="0"/>
            </a:fld>
            <a:endParaRPr lang="zh-CN" altLang="en-US"/>
          </a:p>
        </p:txBody>
      </p:sp>
      <p:sp>
        <p:nvSpPr>
          <p:cNvPr id="1048579" name="页脚占位符 4"/>
          <p:cNvSpPr>
            <a:spLocks noGrp="1"/>
          </p:cNvSpPr>
          <p:nvPr>
            <p:ph type="ftr" sz="quarter" idx="3"/>
            <p:custDataLst>
              <p:tags r:id="rId18"/>
            </p:custDataLst>
          </p:nvPr>
        </p:nvSpPr>
        <p:spPr>
          <a:xfrm>
            <a:off x="3889134" y="5966362"/>
            <a:ext cx="3741732" cy="299339"/>
          </a:xfrm>
          <a:prstGeom prst="rect">
            <a:avLst/>
          </a:prstGeom>
        </p:spPr>
        <p:txBody>
          <a:bodyPr vert="horz" lIns="91440" tIns="45720" rIns="91440" bIns="45720" rtlCol="0" anchor="ctr">
            <a:normAutofit/>
          </a:bodyPr>
          <a:lstStyle>
            <a:lvl1pPr algn="ctr">
              <a:defRPr sz="945" baseline="0">
                <a:solidFill>
                  <a:schemeClr val="tx1">
                    <a:tint val="75000"/>
                  </a:schemeClr>
                </a:solidFill>
              </a:defRPr>
            </a:lvl1pPr>
          </a:lstStyle>
          <a:p>
            <a:endParaRPr lang="zh-CN" altLang="en-US" dirty="0"/>
          </a:p>
        </p:txBody>
      </p:sp>
      <p:sp>
        <p:nvSpPr>
          <p:cNvPr id="1048580" name="灯片编号占位符 5"/>
          <p:cNvSpPr>
            <a:spLocks noGrp="1"/>
          </p:cNvSpPr>
          <p:nvPr>
            <p:ph type="sldNum" sz="quarter" idx="4"/>
            <p:custDataLst>
              <p:tags r:id="rId19"/>
            </p:custDataLst>
          </p:nvPr>
        </p:nvSpPr>
        <p:spPr>
          <a:xfrm>
            <a:off x="8388284" y="5966362"/>
            <a:ext cx="2551181" cy="299339"/>
          </a:xfrm>
          <a:prstGeom prst="rect">
            <a:avLst/>
          </a:prstGeom>
        </p:spPr>
        <p:txBody>
          <a:bodyPr vert="horz" lIns="91440" tIns="45720" rIns="91440" bIns="45720" rtlCol="0" anchor="ctr">
            <a:normAutofit/>
          </a:bodyPr>
          <a:lstStyle>
            <a:lvl1pPr algn="r">
              <a:defRPr sz="945"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20"/>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864235" rtl="0" eaLnBrk="1" fontAlgn="auto" latinLnBrk="0" hangingPunct="1">
        <a:lnSpc>
          <a:spcPct val="100000"/>
        </a:lnSpc>
        <a:spcBef>
          <a:spcPct val="0"/>
        </a:spcBef>
        <a:buNone/>
        <a:defRPr sz="3400" b="1" u="none" strike="noStrike" kern="1200" cap="none" spc="300" normalizeH="0" baseline="0">
          <a:solidFill>
            <a:schemeClr val="tx1">
              <a:lumMod val="85000"/>
              <a:lumOff val="15000"/>
            </a:schemeClr>
          </a:solidFill>
          <a:latin typeface="+mj-lt"/>
          <a:ea typeface="+mj-ea"/>
          <a:cs typeface="+mj-cs"/>
        </a:defRPr>
      </a:lvl1pPr>
    </p:titleStyle>
    <p:bodyStyle>
      <a:lvl1pPr marL="215900" indent="-215900" algn="l" defTabSz="864235" rtl="0" eaLnBrk="1" fontAlgn="auto" latinLnBrk="0" hangingPunct="1">
        <a:lnSpc>
          <a:spcPct val="130000"/>
        </a:lnSpc>
        <a:spcBef>
          <a:spcPts val="0"/>
        </a:spcBef>
        <a:spcAft>
          <a:spcPts val="1000"/>
        </a:spcAft>
        <a:buFont typeface="Arial" panose="020B0604020202020204" pitchFamily="34" charset="0"/>
        <a:buChar char="●"/>
        <a:defRPr sz="1700" u="none" strike="noStrike" kern="1200" cap="none" spc="150" normalizeH="0" baseline="0">
          <a:solidFill>
            <a:schemeClr val="tx1">
              <a:lumMod val="65000"/>
              <a:lumOff val="35000"/>
            </a:schemeClr>
          </a:solidFill>
          <a:latin typeface="+mn-lt"/>
          <a:ea typeface="+mn-ea"/>
          <a:cs typeface="+mn-cs"/>
        </a:defRPr>
      </a:lvl1pPr>
      <a:lvl2pPr marL="647700" indent="-215900" algn="l" defTabSz="864235" rtl="0" eaLnBrk="1" fontAlgn="auto" latinLnBrk="0" hangingPunct="1">
        <a:lnSpc>
          <a:spcPct val="120000"/>
        </a:lnSpc>
        <a:spcBef>
          <a:spcPts val="0"/>
        </a:spcBef>
        <a:spcAft>
          <a:spcPts val="600"/>
        </a:spcAft>
        <a:buFont typeface="Arial" panose="020B0604020202020204" pitchFamily="34" charset="0"/>
        <a:buChar char="●"/>
        <a:tabLst>
          <a:tab pos="1520825" algn="l"/>
          <a:tab pos="1520825" algn="l"/>
          <a:tab pos="1520825" algn="l"/>
          <a:tab pos="1520825" algn="l"/>
        </a:tabLst>
        <a:defRPr sz="1510" u="none" strike="noStrike" kern="1200" cap="none" spc="150" normalizeH="0" baseline="0">
          <a:solidFill>
            <a:schemeClr val="tx1">
              <a:lumMod val="65000"/>
              <a:lumOff val="35000"/>
            </a:schemeClr>
          </a:solidFill>
          <a:latin typeface="+mn-lt"/>
          <a:ea typeface="+mn-ea"/>
          <a:cs typeface="+mn-cs"/>
        </a:defRPr>
      </a:lvl2pPr>
      <a:lvl3pPr marL="1080135" indent="-215900" algn="l" defTabSz="864235" rtl="0" eaLnBrk="1" fontAlgn="auto" latinLnBrk="0" hangingPunct="1">
        <a:lnSpc>
          <a:spcPct val="120000"/>
        </a:lnSpc>
        <a:spcBef>
          <a:spcPts val="0"/>
        </a:spcBef>
        <a:spcAft>
          <a:spcPts val="600"/>
        </a:spcAft>
        <a:buFont typeface="Arial" panose="020B0604020202020204" pitchFamily="34" charset="0"/>
        <a:buChar char="●"/>
        <a:defRPr sz="1510" u="none" strike="noStrike" kern="1200" cap="none" spc="150" normalizeH="0" baseline="0">
          <a:solidFill>
            <a:schemeClr val="tx1">
              <a:lumMod val="65000"/>
              <a:lumOff val="35000"/>
            </a:schemeClr>
          </a:solidFill>
          <a:latin typeface="+mn-lt"/>
          <a:ea typeface="+mn-ea"/>
          <a:cs typeface="+mn-cs"/>
        </a:defRPr>
      </a:lvl3pPr>
      <a:lvl4pPr marL="1511935" indent="-215900" algn="l" defTabSz="864235" rtl="0" eaLnBrk="1" fontAlgn="auto" latinLnBrk="0" hangingPunct="1">
        <a:lnSpc>
          <a:spcPct val="120000"/>
        </a:lnSpc>
        <a:spcBef>
          <a:spcPts val="0"/>
        </a:spcBef>
        <a:spcAft>
          <a:spcPts val="300"/>
        </a:spcAft>
        <a:buFont typeface="Wingdings" panose="05000000000000000000" charset="0"/>
        <a:buChar char=""/>
        <a:defRPr sz="1325" u="none" strike="noStrike" kern="1200" cap="none" spc="150" normalizeH="0" baseline="0">
          <a:solidFill>
            <a:schemeClr val="tx1">
              <a:lumMod val="65000"/>
              <a:lumOff val="35000"/>
            </a:schemeClr>
          </a:solidFill>
          <a:latin typeface="+mn-lt"/>
          <a:ea typeface="+mn-ea"/>
          <a:cs typeface="+mn-cs"/>
        </a:defRPr>
      </a:lvl4pPr>
      <a:lvl5pPr marL="1943735" indent="-215900" algn="l" defTabSz="864235" rtl="0" eaLnBrk="1" fontAlgn="auto" latinLnBrk="0" hangingPunct="1">
        <a:lnSpc>
          <a:spcPct val="120000"/>
        </a:lnSpc>
        <a:spcBef>
          <a:spcPts val="0"/>
        </a:spcBef>
        <a:spcAft>
          <a:spcPts val="300"/>
        </a:spcAft>
        <a:buFont typeface="Arial" panose="020B0604020202020204" pitchFamily="34" charset="0"/>
        <a:buChar char="•"/>
        <a:defRPr sz="1325" u="none" strike="noStrike" kern="1200" cap="none" spc="150" normalizeH="0" baseline="0">
          <a:solidFill>
            <a:schemeClr val="tx1">
              <a:lumMod val="65000"/>
              <a:lumOff val="35000"/>
            </a:schemeClr>
          </a:solidFill>
          <a:latin typeface="+mn-lt"/>
          <a:ea typeface="+mn-ea"/>
          <a:cs typeface="+mn-cs"/>
        </a:defRPr>
      </a:lvl5pPr>
      <a:lvl6pPr marL="2376170" indent="-215900" algn="l" defTabSz="864235" rtl="0" eaLnBrk="1" latinLnBrk="0" hangingPunct="1">
        <a:lnSpc>
          <a:spcPct val="90000"/>
        </a:lnSpc>
        <a:spcBef>
          <a:spcPct val="95000"/>
        </a:spcBef>
        <a:buFont typeface="Arial" panose="020B0604020202020204" pitchFamily="34" charset="0"/>
        <a:buChar char="•"/>
        <a:defRPr sz="1700" kern="1200">
          <a:solidFill>
            <a:schemeClr val="tx1"/>
          </a:solidFill>
          <a:latin typeface="+mn-lt"/>
          <a:ea typeface="+mn-ea"/>
          <a:cs typeface="+mn-cs"/>
        </a:defRPr>
      </a:lvl6pPr>
      <a:lvl7pPr marL="2807970" indent="-215900" algn="l" defTabSz="864235" rtl="0" eaLnBrk="1" latinLnBrk="0" hangingPunct="1">
        <a:lnSpc>
          <a:spcPct val="90000"/>
        </a:lnSpc>
        <a:spcBef>
          <a:spcPct val="95000"/>
        </a:spcBef>
        <a:buFont typeface="Arial" panose="020B0604020202020204" pitchFamily="34" charset="0"/>
        <a:buChar char="•"/>
        <a:defRPr sz="1700" kern="1200">
          <a:solidFill>
            <a:schemeClr val="tx1"/>
          </a:solidFill>
          <a:latin typeface="+mn-lt"/>
          <a:ea typeface="+mn-ea"/>
          <a:cs typeface="+mn-cs"/>
        </a:defRPr>
      </a:lvl7pPr>
      <a:lvl8pPr marL="3239770" indent="-215900" algn="l" defTabSz="864235" rtl="0" eaLnBrk="1" latinLnBrk="0" hangingPunct="1">
        <a:lnSpc>
          <a:spcPct val="90000"/>
        </a:lnSpc>
        <a:spcBef>
          <a:spcPct val="95000"/>
        </a:spcBef>
        <a:buFont typeface="Arial" panose="020B0604020202020204" pitchFamily="34" charset="0"/>
        <a:buChar char="•"/>
        <a:defRPr sz="1700" kern="1200">
          <a:solidFill>
            <a:schemeClr val="tx1"/>
          </a:solidFill>
          <a:latin typeface="+mn-lt"/>
          <a:ea typeface="+mn-ea"/>
          <a:cs typeface="+mn-cs"/>
        </a:defRPr>
      </a:lvl8pPr>
      <a:lvl9pPr marL="3672205" indent="-215900" algn="l" defTabSz="864235" rtl="0" eaLnBrk="1" latinLnBrk="0" hangingPunct="1">
        <a:lnSpc>
          <a:spcPct val="90000"/>
        </a:lnSpc>
        <a:spcBef>
          <a:spcPct val="95000"/>
        </a:spcBef>
        <a:buFont typeface="Arial" panose="020B0604020202020204" pitchFamily="34" charset="0"/>
        <a:buChar char="•"/>
        <a:defRPr sz="1700" kern="1200">
          <a:solidFill>
            <a:schemeClr val="tx1"/>
          </a:solidFill>
          <a:latin typeface="+mn-lt"/>
          <a:ea typeface="+mn-ea"/>
          <a:cs typeface="+mn-cs"/>
        </a:defRPr>
      </a:lvl9pPr>
    </p:bodyStyle>
    <p:otherStyle>
      <a:defPPr>
        <a:defRPr lang="zh-CN"/>
      </a:defPPr>
      <a:lvl1pPr marL="0" algn="l" defTabSz="864235" rtl="0" eaLnBrk="1" latinLnBrk="0" hangingPunct="1">
        <a:defRPr sz="1700" kern="1200">
          <a:solidFill>
            <a:schemeClr val="tx1"/>
          </a:solidFill>
          <a:latin typeface="+mn-lt"/>
          <a:ea typeface="+mn-ea"/>
          <a:cs typeface="+mn-cs"/>
        </a:defRPr>
      </a:lvl1pPr>
      <a:lvl2pPr marL="431800" algn="l" defTabSz="864235" rtl="0" eaLnBrk="1" latinLnBrk="0" hangingPunct="1">
        <a:defRPr sz="1700" kern="1200">
          <a:solidFill>
            <a:schemeClr val="tx1"/>
          </a:solidFill>
          <a:latin typeface="+mn-lt"/>
          <a:ea typeface="+mn-ea"/>
          <a:cs typeface="+mn-cs"/>
        </a:defRPr>
      </a:lvl2pPr>
      <a:lvl3pPr marL="864235" algn="l" defTabSz="864235" rtl="0" eaLnBrk="1" latinLnBrk="0" hangingPunct="1">
        <a:defRPr sz="1700" kern="1200">
          <a:solidFill>
            <a:schemeClr val="tx1"/>
          </a:solidFill>
          <a:latin typeface="+mn-lt"/>
          <a:ea typeface="+mn-ea"/>
          <a:cs typeface="+mn-cs"/>
        </a:defRPr>
      </a:lvl3pPr>
      <a:lvl4pPr marL="1296035" algn="l" defTabSz="864235" rtl="0" eaLnBrk="1" latinLnBrk="0" hangingPunct="1">
        <a:defRPr sz="1700" kern="1200">
          <a:solidFill>
            <a:schemeClr val="tx1"/>
          </a:solidFill>
          <a:latin typeface="+mn-lt"/>
          <a:ea typeface="+mn-ea"/>
          <a:cs typeface="+mn-cs"/>
        </a:defRPr>
      </a:lvl4pPr>
      <a:lvl5pPr marL="1727835" algn="l" defTabSz="864235" rtl="0" eaLnBrk="1" latinLnBrk="0" hangingPunct="1">
        <a:defRPr sz="1700" kern="1200">
          <a:solidFill>
            <a:schemeClr val="tx1"/>
          </a:solidFill>
          <a:latin typeface="+mn-lt"/>
          <a:ea typeface="+mn-ea"/>
          <a:cs typeface="+mn-cs"/>
        </a:defRPr>
      </a:lvl5pPr>
      <a:lvl6pPr marL="2160270" algn="l" defTabSz="864235" rtl="0" eaLnBrk="1" latinLnBrk="0" hangingPunct="1">
        <a:defRPr sz="1700" kern="1200">
          <a:solidFill>
            <a:schemeClr val="tx1"/>
          </a:solidFill>
          <a:latin typeface="+mn-lt"/>
          <a:ea typeface="+mn-ea"/>
          <a:cs typeface="+mn-cs"/>
        </a:defRPr>
      </a:lvl6pPr>
      <a:lvl7pPr marL="2592070" algn="l" defTabSz="864235" rtl="0" eaLnBrk="1" latinLnBrk="0" hangingPunct="1">
        <a:defRPr sz="1700" kern="1200">
          <a:solidFill>
            <a:schemeClr val="tx1"/>
          </a:solidFill>
          <a:latin typeface="+mn-lt"/>
          <a:ea typeface="+mn-ea"/>
          <a:cs typeface="+mn-cs"/>
        </a:defRPr>
      </a:lvl7pPr>
      <a:lvl8pPr marL="3023870" algn="l" defTabSz="864235" rtl="0" eaLnBrk="1" latinLnBrk="0" hangingPunct="1">
        <a:defRPr sz="1700" kern="1200">
          <a:solidFill>
            <a:schemeClr val="tx1"/>
          </a:solidFill>
          <a:latin typeface="+mn-lt"/>
          <a:ea typeface="+mn-ea"/>
          <a:cs typeface="+mn-cs"/>
        </a:defRPr>
      </a:lvl8pPr>
      <a:lvl9pPr marL="3456305" algn="l" defTabSz="864235"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2.xml"/><Relationship Id="rId5" Type="http://schemas.openxmlformats.org/officeDocument/2006/relationships/tags" Target="../tags/tag67.xml"/><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9" Type="http://schemas.openxmlformats.org/officeDocument/2006/relationships/image" Target="../media/image14.GIF"/><Relationship Id="rId8" Type="http://schemas.openxmlformats.org/officeDocument/2006/relationships/image" Target="../media/image13.png"/><Relationship Id="rId7" Type="http://schemas.openxmlformats.org/officeDocument/2006/relationships/image" Target="../media/image12.png"/><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0" Type="http://schemas.openxmlformats.org/officeDocument/2006/relationships/slideLayout" Target="../slideLayouts/slideLayout1.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68.xml"/></Relationships>
</file>

<file path=ppt/slides/_rels/slide9.xml.rels><?xml version="1.0" encoding="UTF-8" standalone="yes"?>
<Relationships xmlns="http://schemas.openxmlformats.org/package/2006/relationships"><Relationship Id="rId9" Type="http://schemas.openxmlformats.org/officeDocument/2006/relationships/tags" Target="../tags/tag77.xml"/><Relationship Id="rId8" Type="http://schemas.openxmlformats.org/officeDocument/2006/relationships/tags" Target="../tags/tag76.xml"/><Relationship Id="rId7" Type="http://schemas.openxmlformats.org/officeDocument/2006/relationships/tags" Target="../tags/tag75.xml"/><Relationship Id="rId6" Type="http://schemas.openxmlformats.org/officeDocument/2006/relationships/tags" Target="../tags/tag74.xml"/><Relationship Id="rId5" Type="http://schemas.openxmlformats.org/officeDocument/2006/relationships/tags" Target="../tags/tag73.xml"/><Relationship Id="rId4" Type="http://schemas.openxmlformats.org/officeDocument/2006/relationships/tags" Target="../tags/tag72.xml"/><Relationship Id="rId3" Type="http://schemas.openxmlformats.org/officeDocument/2006/relationships/tags" Target="../tags/tag71.xml"/><Relationship Id="rId2" Type="http://schemas.openxmlformats.org/officeDocument/2006/relationships/tags" Target="../tags/tag70.xml"/><Relationship Id="rId11" Type="http://schemas.openxmlformats.org/officeDocument/2006/relationships/notesSlide" Target="../notesSlides/notesSlide3.xml"/><Relationship Id="rId10" Type="http://schemas.openxmlformats.org/officeDocument/2006/relationships/slideLayout" Target="../slideLayouts/slideLayout2.xml"/><Relationship Id="rId1" Type="http://schemas.openxmlformats.org/officeDocument/2006/relationships/tags" Target="../tags/tag6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tags" Target="../tags/tag78.xml"/></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22.png"/><Relationship Id="rId7" Type="http://schemas.microsoft.com/office/2007/relationships/media" Target="../media/media1.mp4"/><Relationship Id="rId6" Type="http://schemas.openxmlformats.org/officeDocument/2006/relationships/video" Target="../media/media1.mp4"/><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23.jpeg"/></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7.jpeg"/><Relationship Id="rId4" Type="http://schemas.openxmlformats.org/officeDocument/2006/relationships/tags" Target="../tags/tag79.xml"/><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3.jpeg"/><Relationship Id="rId1" Type="http://schemas.openxmlformats.org/officeDocument/2006/relationships/image" Target="../media/image28.jpeg"/></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2.xml"/><Relationship Id="rId5" Type="http://schemas.openxmlformats.org/officeDocument/2006/relationships/tags" Target="../tags/tag81.xml"/><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tags" Target="../tags/tag80.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2.xml"/><Relationship Id="rId1" Type="http://schemas.openxmlformats.org/officeDocument/2006/relationships/image" Target="../media/image32.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tags" Target="../tags/tag83.xml"/><Relationship Id="rId1" Type="http://schemas.openxmlformats.org/officeDocument/2006/relationships/image" Target="../media/image33.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7.xml"/><Relationship Id="rId2" Type="http://schemas.openxmlformats.org/officeDocument/2006/relationships/image" Target="../media/image35.png"/><Relationship Id="rId1" Type="http://schemas.openxmlformats.org/officeDocument/2006/relationships/image" Target="../media/image34.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6.jpe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tags" Target="../tags/tag84.xml"/><Relationship Id="rId1" Type="http://schemas.openxmlformats.org/officeDocument/2006/relationships/image" Target="../media/image37.jpe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2.xml"/><Relationship Id="rId3" Type="http://schemas.openxmlformats.org/officeDocument/2006/relationships/tags" Target="../tags/tag85.xml"/><Relationship Id="rId2" Type="http://schemas.openxmlformats.org/officeDocument/2006/relationships/image" Target="../media/image39.GIF"/><Relationship Id="rId1"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98" name=""/>
        <p:cNvGrpSpPr/>
        <p:nvPr/>
      </p:nvGrpSpPr>
      <p:grpSpPr/>
      <p:pic>
        <p:nvPicPr>
          <p:cNvPr id="2097174" name="图片 2" descr="五步打爆大单品+方法论源文件+锦成+20230924_画板 1 副本 7"/>
          <p:cNvPicPr>
            <a:picLocks noChangeAspect="1"/>
          </p:cNvPicPr>
          <p:nvPr/>
        </p:nvPicPr>
        <p:blipFill>
          <a:blip r:embed="rId1"/>
          <a:stretch>
            <a:fillRect/>
          </a:stretch>
        </p:blipFill>
        <p:spPr>
          <a:xfrm>
            <a:off x="2152" y="0"/>
            <a:ext cx="11514597" cy="6479540"/>
          </a:xfrm>
          <a:prstGeom prst="rect">
            <a:avLst/>
          </a:prstGeom>
        </p:spPr>
      </p:pic>
      <p:sp>
        <p:nvSpPr>
          <p:cNvPr id="1048618" name="矩形 4"/>
          <p:cNvSpPr/>
          <p:nvPr/>
        </p:nvSpPr>
        <p:spPr>
          <a:xfrm>
            <a:off x="673735" y="2447925"/>
            <a:ext cx="4436745" cy="482600"/>
          </a:xfrm>
          <a:prstGeom prst="rect">
            <a:avLst/>
          </a:prstGeom>
          <a:solidFill>
            <a:srgbClr val="28242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48619" name="文本框 1"/>
          <p:cNvSpPr txBox="1"/>
          <p:nvPr/>
        </p:nvSpPr>
        <p:spPr>
          <a:xfrm>
            <a:off x="674052" y="2519998"/>
            <a:ext cx="5080000" cy="337185"/>
          </a:xfrm>
          <a:prstGeom prst="rect">
            <a:avLst/>
          </a:prstGeom>
        </p:spPr>
        <p:txBody>
          <a:bodyPr>
            <a:spAutoFit/>
          </a:bodyPr>
          <a:p>
            <a:pPr marL="0" indent="0"/>
            <a:r>
              <a:rPr lang="zh-CN" altLang="en-US" sz="1600" b="0" i="0">
                <a:solidFill>
                  <a:srgbClr val="FF0000"/>
                </a:solidFill>
                <a:latin typeface="微软雅黑" panose="020B0503020204020204" charset="-122"/>
                <a:ea typeface="微软雅黑" panose="020B0503020204020204" charset="-122"/>
              </a:rPr>
              <a:t>避免瞎投入？用什么方法判断是否跟进热门品类？</a:t>
            </a:r>
            <a:endParaRPr lang="zh-CN" altLang="en-US" sz="1600" b="0" i="0">
              <a:solidFill>
                <a:srgbClr val="FF0000"/>
              </a:solidFill>
              <a:latin typeface="微软雅黑" panose="020B0503020204020204" charset="-122"/>
              <a:ea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表格 3"/>
          <p:cNvGraphicFramePr/>
          <p:nvPr>
            <p:custDataLst>
              <p:tags r:id="rId1"/>
            </p:custDataLst>
          </p:nvPr>
        </p:nvGraphicFramePr>
        <p:xfrm>
          <a:off x="425450" y="259080"/>
          <a:ext cx="10608945" cy="5263515"/>
        </p:xfrm>
        <a:graphic>
          <a:graphicData uri="http://schemas.openxmlformats.org/drawingml/2006/table">
            <a:tbl>
              <a:tblPr/>
              <a:tblGrid>
                <a:gridCol w="1136015"/>
                <a:gridCol w="2890520"/>
                <a:gridCol w="1009650"/>
                <a:gridCol w="2550160"/>
                <a:gridCol w="3022600"/>
              </a:tblGrid>
              <a:tr h="393065">
                <a:tc gridSpan="5">
                  <a:txBody>
                    <a:bodyPr/>
                    <a:p>
                      <a:pPr algn="ctr" fontAlgn="ctr"/>
                      <a:r>
                        <a:rPr lang="en-US" altLang="zh-CN" sz="1400" b="1" i="0">
                          <a:solidFill>
                            <a:srgbClr val="000000"/>
                          </a:solidFill>
                          <a:latin typeface="微软雅黑 Light" panose="020B0502040204020203" charset="-122"/>
                          <a:ea typeface="微软雅黑 Light" panose="020B0502040204020203" charset="-122"/>
                        </a:rPr>
                        <a:t>5</a:t>
                      </a:r>
                      <a:r>
                        <a:rPr lang="zh-CN" altLang="en-US" sz="1400" b="1" i="0">
                          <a:solidFill>
                            <a:srgbClr val="000000"/>
                          </a:solidFill>
                          <a:latin typeface="微软雅黑 Light" panose="020B0502040204020203" charset="-122"/>
                          <a:ea typeface="微软雅黑 Light" panose="020B0502040204020203" charset="-122"/>
                        </a:rPr>
                        <a:t>步大单品之大单品选品评分表</a:t>
                      </a:r>
                      <a:endParaRPr lang="zh-CN" altLang="en-US" sz="1400" b="1" i="0">
                        <a:solidFill>
                          <a:srgbClr val="000000"/>
                        </a:solidFill>
                        <a:latin typeface="微软雅黑 Light" panose="020B0502040204020203" charset="-122"/>
                        <a:ea typeface="微软雅黑 Light" panose="020B0502040204020203" charset="-122"/>
                      </a:endParaRPr>
                    </a:p>
                  </a:txBody>
                  <a:tcPr marL="6667" marR="6667" marT="6667" marB="0" anchor="ctr" anchorCtr="0">
                    <a:lnL>
                      <a:noFill/>
                    </a:lnL>
                    <a:lnR>
                      <a:noFill/>
                    </a:lnR>
                    <a:lnT>
                      <a:noFill/>
                    </a:lnT>
                    <a:lnB w="6350" cap="flat" cmpd="sng">
                      <a:solidFill>
                        <a:srgbClr val="000000"/>
                      </a:solidFill>
                      <a:prstDash val="solid"/>
                      <a:headEnd type="none" w="med" len="med"/>
                      <a:tailEnd type="none" w="med" len="med"/>
                    </a:lnB>
                    <a:noFill/>
                  </a:tcPr>
                </a:tc>
                <a:tc hMerge="1">
                  <a:tcPr>
                    <a:lnT>
                      <a:noFill/>
                    </a:lnT>
                    <a:lnB w="6350" cap="flat" cmpd="sng">
                      <a:solidFill>
                        <a:srgbClr val="000000"/>
                      </a:solidFill>
                      <a:prstDash val="solid"/>
                      <a:headEnd type="none" w="med" len="med"/>
                      <a:tailEnd type="none" w="med" len="med"/>
                    </a:lnB>
                  </a:tcPr>
                </a:tc>
                <a:tc hMerge="1">
                  <a:tcPr>
                    <a:lnT>
                      <a:noFill/>
                    </a:lnT>
                    <a:lnB w="6350" cap="flat" cmpd="sng">
                      <a:solidFill>
                        <a:srgbClr val="000000"/>
                      </a:solidFill>
                      <a:prstDash val="solid"/>
                      <a:headEnd type="none" w="med" len="med"/>
                      <a:tailEnd type="none" w="med" len="med"/>
                    </a:lnB>
                  </a:tcPr>
                </a:tc>
                <a:tc hMerge="1">
                  <a:tcPr>
                    <a:lnT>
                      <a:noFill/>
                    </a:lnT>
                    <a:lnB w="6350" cap="flat" cmpd="sng">
                      <a:solidFill>
                        <a:srgbClr val="000000"/>
                      </a:solidFill>
                      <a:prstDash val="solid"/>
                      <a:headEnd type="none" w="med" len="med"/>
                      <a:tailEnd type="none" w="med" len="med"/>
                    </a:lnB>
                  </a:tcPr>
                </a:tc>
                <a:tc hMerge="1">
                  <a:tcPr>
                    <a:lnR>
                      <a:noFill/>
                    </a:lnR>
                    <a:lnT>
                      <a:noFill/>
                    </a:lnT>
                    <a:lnB w="6350" cap="flat" cmpd="sng">
                      <a:solidFill>
                        <a:srgbClr val="000000"/>
                      </a:solidFill>
                      <a:prstDash val="solid"/>
                      <a:headEnd type="none" w="med" len="med"/>
                      <a:tailEnd type="none" w="med" len="med"/>
                    </a:lnB>
                  </a:tcPr>
                </a:tc>
              </a:tr>
              <a:tr h="300990">
                <a:tc>
                  <a:txBody>
                    <a:bodyPr/>
                    <a:p>
                      <a:pPr algn="l" fontAlgn="ctr"/>
                      <a:r>
                        <a:rPr lang="zh-CN" altLang="en-US" sz="900" b="0" i="0">
                          <a:solidFill>
                            <a:srgbClr val="000000"/>
                          </a:solidFill>
                          <a:latin typeface="微软雅黑 Light" panose="020B0502040204020203" charset="-122"/>
                          <a:ea typeface="微软雅黑 Light" panose="020B0502040204020203" charset="-122"/>
                        </a:rPr>
                        <a:t>大类</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a:txBody>
                    <a:bodyPr/>
                    <a:p>
                      <a:pPr algn="l" fontAlgn="ctr"/>
                      <a:r>
                        <a:rPr lang="zh-CN" altLang="en-US" sz="900" b="0" i="0">
                          <a:solidFill>
                            <a:srgbClr val="000000"/>
                          </a:solidFill>
                          <a:latin typeface="微软雅黑 Light" panose="020B0502040204020203" charset="-122"/>
                          <a:ea typeface="微软雅黑 Light" panose="020B0502040204020203" charset="-122"/>
                        </a:rPr>
                        <a:t>小项</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a:txBody>
                    <a:bodyPr/>
                    <a:p>
                      <a:pPr algn="l" fontAlgn="ctr"/>
                      <a:r>
                        <a:rPr lang="zh-CN" altLang="en-US" sz="900" b="0" i="0">
                          <a:solidFill>
                            <a:srgbClr val="000000"/>
                          </a:solidFill>
                          <a:latin typeface="微软雅黑 Light" panose="020B0502040204020203" charset="-122"/>
                          <a:ea typeface="微软雅黑 Light" panose="020B0502040204020203" charset="-122"/>
                        </a:rPr>
                        <a:t>打分</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a:txBody>
                    <a:bodyPr/>
                    <a:p>
                      <a:pPr algn="l" fontAlgn="ctr"/>
                      <a:r>
                        <a:rPr lang="zh-CN" altLang="en-US" sz="900" b="0" i="0">
                          <a:solidFill>
                            <a:srgbClr val="000000"/>
                          </a:solidFill>
                          <a:latin typeface="微软雅黑 Light" panose="020B0502040204020203" charset="-122"/>
                          <a:ea typeface="微软雅黑 Light" panose="020B0502040204020203" charset="-122"/>
                        </a:rPr>
                        <a:t>评分标准</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a:txBody>
                    <a:bodyPr/>
                    <a:p>
                      <a:pPr algn="l" fontAlgn="ctr"/>
                      <a:r>
                        <a:rPr lang="zh-CN" altLang="en-US" sz="900" b="0" i="0">
                          <a:solidFill>
                            <a:srgbClr val="000000"/>
                          </a:solidFill>
                          <a:latin typeface="微软雅黑 Light" panose="020B0502040204020203" charset="-122"/>
                          <a:ea typeface="微软雅黑 Light" panose="020B0502040204020203" charset="-122"/>
                        </a:rPr>
                        <a:t>方法</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r>
              <a:tr h="432435">
                <a:tc rowSpan="3">
                  <a:txBody>
                    <a:bodyPr/>
                    <a:p>
                      <a:pPr algn="l" fontAlgn="ctr"/>
                      <a:r>
                        <a:rPr lang="zh-CN" altLang="en-US" sz="900" b="0" i="0">
                          <a:solidFill>
                            <a:srgbClr val="000000"/>
                          </a:solidFill>
                          <a:latin typeface="微软雅黑 Light" panose="020B0502040204020203" charset="-122"/>
                          <a:ea typeface="微软雅黑 Light" panose="020B0502040204020203" charset="-122"/>
                        </a:rPr>
                        <a:t>市场空间是否足够大</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900" b="0" i="0">
                          <a:solidFill>
                            <a:srgbClr val="000000"/>
                          </a:solidFill>
                          <a:latin typeface="微软雅黑 Light" panose="020B0502040204020203" charset="-122"/>
                          <a:ea typeface="微软雅黑 Light" panose="020B0502040204020203" charset="-122"/>
                        </a:rPr>
                        <a:t>规模：这个品类整体规模有没有</a:t>
                      </a:r>
                      <a:r>
                        <a:rPr lang="en-US" altLang="zh-CN" sz="900" b="0" i="0" u="sng">
                          <a:solidFill>
                            <a:srgbClr val="000000"/>
                          </a:solidFill>
                          <a:latin typeface="微软雅黑 Light" panose="020B0502040204020203" charset="-122"/>
                          <a:ea typeface="微软雅黑 Light" panose="020B0502040204020203" charset="-122"/>
                        </a:rPr>
                        <a:t>20</a:t>
                      </a:r>
                      <a:r>
                        <a:rPr lang="zh-CN" altLang="en-US" sz="900" b="0" i="0" u="sng">
                          <a:solidFill>
                            <a:srgbClr val="000000"/>
                          </a:solidFill>
                          <a:latin typeface="微软雅黑 Light" panose="020B0502040204020203" charset="-122"/>
                          <a:ea typeface="微软雅黑 Light" panose="020B0502040204020203" charset="-122"/>
                        </a:rPr>
                        <a:t>亿</a:t>
                      </a:r>
                      <a:r>
                        <a:rPr lang="zh-CN" altLang="en-US" sz="900" b="0" i="0">
                          <a:solidFill>
                            <a:srgbClr val="000000"/>
                          </a:solidFill>
                          <a:latin typeface="微软雅黑 Light" panose="020B0502040204020203" charset="-122"/>
                          <a:ea typeface="微软雅黑 Light" panose="020B0502040204020203" charset="-122"/>
                        </a:rPr>
                        <a:t>以上</a:t>
                      </a:r>
                      <a:endParaRPr lang="zh-CN" altLang="en-US" sz="900" b="0" i="0" u="sng">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900" b="0" i="0">
                          <a:solidFill>
                            <a:srgbClr val="000000"/>
                          </a:solidFill>
                          <a:latin typeface="微软雅黑 Light" panose="020B0502040204020203" charset="-122"/>
                          <a:ea typeface="微软雅黑 Light" panose="020B0502040204020203" charset="-122"/>
                        </a:rPr>
                        <a:t>10</a:t>
                      </a:r>
                      <a:endParaRPr lang="en-US" altLang="zh-CN"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900" b="0" i="0">
                          <a:solidFill>
                            <a:srgbClr val="000000"/>
                          </a:solidFill>
                          <a:latin typeface="微软雅黑 Light" panose="020B0502040204020203" charset="-122"/>
                          <a:ea typeface="微软雅黑 Light" panose="020B0502040204020203" charset="-122"/>
                        </a:rPr>
                        <a:t>这个具体要看企业的味口大小，有的头部企业是要等品类规模过</a:t>
                      </a:r>
                      <a:r>
                        <a:rPr lang="en-US" altLang="zh-CN" sz="900" b="0" i="0">
                          <a:solidFill>
                            <a:srgbClr val="000000"/>
                          </a:solidFill>
                          <a:latin typeface="微软雅黑 Light" panose="020B0502040204020203" charset="-122"/>
                          <a:ea typeface="微软雅黑 Light" panose="020B0502040204020203" charset="-122"/>
                        </a:rPr>
                        <a:t>50</a:t>
                      </a:r>
                      <a:r>
                        <a:rPr lang="zh-CN" altLang="en-US" sz="900" b="0" i="0">
                          <a:solidFill>
                            <a:srgbClr val="000000"/>
                          </a:solidFill>
                          <a:latin typeface="微软雅黑 Light" panose="020B0502040204020203" charset="-122"/>
                          <a:ea typeface="微软雅黑 Light" panose="020B0502040204020203" charset="-122"/>
                        </a:rPr>
                        <a:t>亿以上，</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900" b="0" i="0">
                          <a:solidFill>
                            <a:srgbClr val="000000"/>
                          </a:solidFill>
                          <a:latin typeface="微软雅黑 Light" panose="020B0502040204020203" charset="-122"/>
                          <a:ea typeface="微软雅黑 Light" panose="020B0502040204020203" charset="-122"/>
                        </a:rPr>
                        <a:t>用元宝</a:t>
                      </a:r>
                      <a:r>
                        <a:rPr lang="en-US" altLang="zh-CN" sz="900" b="0" i="0">
                          <a:solidFill>
                            <a:srgbClr val="000000"/>
                          </a:solidFill>
                          <a:latin typeface="微软雅黑 Light" panose="020B0502040204020203" charset="-122"/>
                          <a:ea typeface="微软雅黑 Light" panose="020B0502040204020203" charset="-122"/>
                        </a:rPr>
                        <a:t>AI</a:t>
                      </a:r>
                      <a:r>
                        <a:rPr lang="zh-CN" altLang="en-US" sz="900" b="0" i="0">
                          <a:solidFill>
                            <a:srgbClr val="000000"/>
                          </a:solidFill>
                          <a:latin typeface="微软雅黑 Light" panose="020B0502040204020203" charset="-122"/>
                          <a:ea typeface="微软雅黑 Light" panose="020B0502040204020203" charset="-122"/>
                        </a:rPr>
                        <a:t>或百度等搜索“</a:t>
                      </a:r>
                      <a:r>
                        <a:rPr lang="en-US" altLang="zh-CN" sz="900" b="0" i="0">
                          <a:solidFill>
                            <a:srgbClr val="000000"/>
                          </a:solidFill>
                          <a:latin typeface="微软雅黑 Light" panose="020B0502040204020203" charset="-122"/>
                          <a:ea typeface="微软雅黑 Light" panose="020B0502040204020203" charset="-122"/>
                        </a:rPr>
                        <a:t>XX</a:t>
                      </a:r>
                      <a:r>
                        <a:rPr lang="zh-CN" altLang="en-US" sz="900" b="0" i="0">
                          <a:solidFill>
                            <a:srgbClr val="000000"/>
                          </a:solidFill>
                          <a:latin typeface="微软雅黑 Light" panose="020B0502040204020203" charset="-122"/>
                          <a:ea typeface="微软雅黑 Light" panose="020B0502040204020203" charset="-122"/>
                        </a:rPr>
                        <a:t>品类整体规模有多大”会有一些研报和新闻分享数据，抓取过来，比</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43243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l" fontAlgn="ctr"/>
                      <a:r>
                        <a:rPr lang="zh-CN" altLang="en-US" sz="900" b="0" i="0">
                          <a:solidFill>
                            <a:srgbClr val="000000"/>
                          </a:solidFill>
                          <a:latin typeface="微软雅黑 Light" panose="020B0502040204020203" charset="-122"/>
                          <a:ea typeface="微软雅黑 Light" panose="020B0502040204020203" charset="-122"/>
                        </a:rPr>
                        <a:t>增速：这个关键词所关联的产品销量有没有有没有超过</a:t>
                      </a:r>
                      <a:r>
                        <a:rPr lang="en-US" altLang="zh-CN" sz="900" b="0" i="0">
                          <a:solidFill>
                            <a:srgbClr val="000000"/>
                          </a:solidFill>
                          <a:latin typeface="微软雅黑 Light" panose="020B0502040204020203" charset="-122"/>
                          <a:ea typeface="微软雅黑 Light" panose="020B0502040204020203" charset="-122"/>
                        </a:rPr>
                        <a:t>20%</a:t>
                      </a:r>
                      <a:r>
                        <a:rPr lang="zh-CN" altLang="en-US" sz="900" b="0" i="0">
                          <a:solidFill>
                            <a:srgbClr val="000000"/>
                          </a:solidFill>
                          <a:latin typeface="微软雅黑 Light" panose="020B0502040204020203" charset="-122"/>
                          <a:ea typeface="微软雅黑 Light" panose="020B0502040204020203" charset="-122"/>
                        </a:rPr>
                        <a:t>的增长</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00"/>
                    </a:solidFill>
                  </a:tcPr>
                </a:tc>
                <a:tc>
                  <a:txBody>
                    <a:bodyPr/>
                    <a:p>
                      <a:pPr algn="l" fontAlgn="ctr"/>
                      <a:r>
                        <a:rPr lang="en-US" altLang="zh-CN" sz="900" b="0" i="0">
                          <a:solidFill>
                            <a:srgbClr val="000000"/>
                          </a:solidFill>
                          <a:latin typeface="微软雅黑 Light" panose="020B0502040204020203" charset="-122"/>
                          <a:ea typeface="微软雅黑 Light" panose="020B0502040204020203" charset="-122"/>
                        </a:rPr>
                        <a:t>10</a:t>
                      </a:r>
                      <a:endParaRPr lang="en-US" altLang="zh-CN"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900" b="0" i="0">
                          <a:solidFill>
                            <a:srgbClr val="000000"/>
                          </a:solidFill>
                          <a:latin typeface="微软雅黑 Light" panose="020B0502040204020203" charset="-122"/>
                          <a:ea typeface="微软雅黑 Light" panose="020B0502040204020203" charset="-122"/>
                        </a:rPr>
                        <a:t>看近</a:t>
                      </a:r>
                      <a:r>
                        <a:rPr lang="en-US" altLang="zh-CN" sz="900" b="0" i="0">
                          <a:solidFill>
                            <a:srgbClr val="000000"/>
                          </a:solidFill>
                          <a:latin typeface="微软雅黑 Light" panose="020B0502040204020203" charset="-122"/>
                          <a:ea typeface="微软雅黑 Light" panose="020B0502040204020203" charset="-122"/>
                        </a:rPr>
                        <a:t>30</a:t>
                      </a:r>
                      <a:r>
                        <a:rPr lang="zh-CN" altLang="en-US" sz="900" b="0" i="0">
                          <a:solidFill>
                            <a:srgbClr val="000000"/>
                          </a:solidFill>
                          <a:latin typeface="微软雅黑 Light" panose="020B0502040204020203" charset="-122"/>
                          <a:ea typeface="微软雅黑 Light" panose="020B0502040204020203" charset="-122"/>
                        </a:rPr>
                        <a:t>天的数据，是否有</a:t>
                      </a:r>
                      <a:r>
                        <a:rPr lang="en-US" altLang="zh-CN" sz="900" b="0" i="0">
                          <a:solidFill>
                            <a:srgbClr val="000000"/>
                          </a:solidFill>
                          <a:latin typeface="微软雅黑 Light" panose="020B0502040204020203" charset="-122"/>
                          <a:ea typeface="微软雅黑 Light" panose="020B0502040204020203" charset="-122"/>
                        </a:rPr>
                        <a:t>1</a:t>
                      </a:r>
                      <a:r>
                        <a:rPr lang="zh-CN" altLang="en-US" sz="900" b="0" i="0">
                          <a:solidFill>
                            <a:srgbClr val="000000"/>
                          </a:solidFill>
                          <a:latin typeface="微软雅黑 Light" panose="020B0502040204020203" charset="-122"/>
                          <a:ea typeface="微软雅黑 Light" panose="020B0502040204020203" charset="-122"/>
                        </a:rPr>
                        <a:t>个月销</a:t>
                      </a:r>
                      <a:r>
                        <a:rPr lang="en-US" altLang="zh-CN" sz="900" b="0" i="0">
                          <a:solidFill>
                            <a:srgbClr val="000000"/>
                          </a:solidFill>
                          <a:latin typeface="微软雅黑 Light" panose="020B0502040204020203" charset="-122"/>
                          <a:ea typeface="微软雅黑 Light" panose="020B0502040204020203" charset="-122"/>
                        </a:rPr>
                        <a:t>10</a:t>
                      </a:r>
                      <a:r>
                        <a:rPr lang="zh-CN" altLang="en-US" sz="900" b="0" i="0">
                          <a:solidFill>
                            <a:srgbClr val="000000"/>
                          </a:solidFill>
                          <a:latin typeface="微软雅黑 Light" panose="020B0502040204020203" charset="-122"/>
                          <a:ea typeface="微软雅黑 Light" panose="020B0502040204020203" charset="-122"/>
                        </a:rPr>
                        <a:t>万</a:t>
                      </a:r>
                      <a:r>
                        <a:rPr lang="en-US" altLang="zh-CN" sz="900" b="0" i="0">
                          <a:solidFill>
                            <a:srgbClr val="000000"/>
                          </a:solidFill>
                          <a:latin typeface="微软雅黑 Light" panose="020B0502040204020203" charset="-122"/>
                          <a:ea typeface="微软雅黑 Light" panose="020B0502040204020203" charset="-122"/>
                        </a:rPr>
                        <a:t>+</a:t>
                      </a:r>
                      <a:r>
                        <a:rPr lang="zh-CN" altLang="en-US" sz="900" b="0" i="0">
                          <a:solidFill>
                            <a:srgbClr val="000000"/>
                          </a:solidFill>
                          <a:latin typeface="微软雅黑 Light" panose="020B0502040204020203" charset="-122"/>
                          <a:ea typeface="微软雅黑 Light" panose="020B0502040204020203" charset="-122"/>
                        </a:rPr>
                        <a:t>的产品，或</a:t>
                      </a:r>
                      <a:r>
                        <a:rPr lang="en-US" altLang="zh-CN" sz="900" b="0" i="0">
                          <a:solidFill>
                            <a:srgbClr val="000000"/>
                          </a:solidFill>
                          <a:latin typeface="微软雅黑 Light" panose="020B0502040204020203" charset="-122"/>
                          <a:ea typeface="微软雅黑 Light" panose="020B0502040204020203" charset="-122"/>
                        </a:rPr>
                        <a:t>5</a:t>
                      </a:r>
                      <a:r>
                        <a:rPr lang="zh-CN" altLang="en-US" sz="900" b="0" i="0">
                          <a:solidFill>
                            <a:srgbClr val="000000"/>
                          </a:solidFill>
                          <a:latin typeface="微软雅黑 Light" panose="020B0502040204020203" charset="-122"/>
                          <a:ea typeface="微软雅黑 Light" panose="020B0502040204020203" charset="-122"/>
                        </a:rPr>
                        <a:t>个以上月销</a:t>
                      </a:r>
                      <a:r>
                        <a:rPr lang="en-US" altLang="zh-CN" sz="900" b="0" i="0">
                          <a:solidFill>
                            <a:srgbClr val="000000"/>
                          </a:solidFill>
                          <a:latin typeface="微软雅黑 Light" panose="020B0502040204020203" charset="-122"/>
                          <a:ea typeface="微软雅黑 Light" panose="020B0502040204020203" charset="-122"/>
                        </a:rPr>
                        <a:t>5</a:t>
                      </a:r>
                      <a:r>
                        <a:rPr lang="zh-CN" altLang="en-US" sz="900" b="0" i="0">
                          <a:solidFill>
                            <a:srgbClr val="000000"/>
                          </a:solidFill>
                          <a:latin typeface="微软雅黑 Light" panose="020B0502040204020203" charset="-122"/>
                          <a:ea typeface="微软雅黑 Light" panose="020B0502040204020203" charset="-122"/>
                        </a:rPr>
                        <a:t>万</a:t>
                      </a:r>
                      <a:r>
                        <a:rPr lang="en-US" altLang="zh-CN" sz="900" b="0" i="0">
                          <a:solidFill>
                            <a:srgbClr val="000000"/>
                          </a:solidFill>
                          <a:latin typeface="微软雅黑 Light" panose="020B0502040204020203" charset="-122"/>
                          <a:ea typeface="微软雅黑 Light" panose="020B0502040204020203" charset="-122"/>
                        </a:rPr>
                        <a:t>+</a:t>
                      </a:r>
                      <a:r>
                        <a:rPr lang="zh-CN" altLang="en-US" sz="900" b="0" i="0">
                          <a:solidFill>
                            <a:srgbClr val="000000"/>
                          </a:solidFill>
                          <a:latin typeface="微软雅黑 Light" panose="020B0502040204020203" charset="-122"/>
                          <a:ea typeface="微软雅黑 Light" panose="020B0502040204020203" charset="-122"/>
                        </a:rPr>
                        <a:t>的产品，</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900" b="0" i="0">
                          <a:solidFill>
                            <a:srgbClr val="000000"/>
                          </a:solidFill>
                          <a:latin typeface="微软雅黑 Light" panose="020B0502040204020203" charset="-122"/>
                          <a:ea typeface="微软雅黑 Light" panose="020B0502040204020203" charset="-122"/>
                        </a:rPr>
                        <a:t>主要用“考古加”工具搜的这个关键词所关联的产品销量有没有增长，看近</a:t>
                      </a:r>
                      <a:r>
                        <a:rPr lang="en-US" altLang="zh-CN" sz="900" b="0" i="0">
                          <a:solidFill>
                            <a:srgbClr val="000000"/>
                          </a:solidFill>
                          <a:latin typeface="微软雅黑 Light" panose="020B0502040204020203" charset="-122"/>
                          <a:ea typeface="微软雅黑 Light" panose="020B0502040204020203" charset="-122"/>
                        </a:rPr>
                        <a:t>30</a:t>
                      </a:r>
                      <a:r>
                        <a:rPr lang="zh-CN" altLang="en-US" sz="900" b="0" i="0">
                          <a:solidFill>
                            <a:srgbClr val="000000"/>
                          </a:solidFill>
                          <a:latin typeface="微软雅黑 Light" panose="020B0502040204020203" charset="-122"/>
                          <a:ea typeface="微软雅黑 Light" panose="020B0502040204020203" charset="-122"/>
                        </a:rPr>
                        <a:t>天的数据，</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43116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l" fontAlgn="ctr"/>
                      <a:r>
                        <a:rPr lang="zh-CN" altLang="en-US" sz="900" b="0" i="0">
                          <a:solidFill>
                            <a:srgbClr val="000000"/>
                          </a:solidFill>
                          <a:latin typeface="微软雅黑 Light" panose="020B0502040204020203" charset="-122"/>
                          <a:ea typeface="微软雅黑 Light" panose="020B0502040204020203" charset="-122"/>
                        </a:rPr>
                        <a:t>热度：关键词的搜索指数是不是在上升的</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900" b="0" i="0">
                          <a:solidFill>
                            <a:srgbClr val="000000"/>
                          </a:solidFill>
                          <a:latin typeface="微软雅黑 Light" panose="020B0502040204020203" charset="-122"/>
                          <a:ea typeface="微软雅黑 Light" panose="020B0502040204020203" charset="-122"/>
                        </a:rPr>
                        <a:t>10</a:t>
                      </a:r>
                      <a:endParaRPr lang="en-US" altLang="zh-CN"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900" b="0" i="0">
                          <a:solidFill>
                            <a:srgbClr val="000000"/>
                          </a:solidFill>
                          <a:latin typeface="微软雅黑 Light" panose="020B0502040204020203" charset="-122"/>
                          <a:ea typeface="微软雅黑 Light" panose="020B0502040204020203" charset="-122"/>
                        </a:rPr>
                        <a:t>抖音指数有没有在</a:t>
                      </a:r>
                      <a:r>
                        <a:rPr lang="en-US" altLang="zh-CN" sz="900" b="0" i="0">
                          <a:solidFill>
                            <a:srgbClr val="000000"/>
                          </a:solidFill>
                          <a:latin typeface="微软雅黑 Light" panose="020B0502040204020203" charset="-122"/>
                          <a:ea typeface="微软雅黑 Light" panose="020B0502040204020203" charset="-122"/>
                        </a:rPr>
                        <a:t>10</a:t>
                      </a:r>
                      <a:r>
                        <a:rPr lang="zh-CN" altLang="en-US" sz="900" b="0" i="0">
                          <a:solidFill>
                            <a:srgbClr val="000000"/>
                          </a:solidFill>
                          <a:latin typeface="微软雅黑 Light" panose="020B0502040204020203" charset="-122"/>
                          <a:ea typeface="微软雅黑 Light" panose="020B0502040204020203" charset="-122"/>
                        </a:rPr>
                        <a:t>万左右，同比与环比增长在</a:t>
                      </a:r>
                      <a:r>
                        <a:rPr lang="en-US" altLang="zh-CN" sz="900" b="0" i="0">
                          <a:solidFill>
                            <a:srgbClr val="000000"/>
                          </a:solidFill>
                          <a:latin typeface="微软雅黑 Light" panose="020B0502040204020203" charset="-122"/>
                          <a:ea typeface="微软雅黑 Light" panose="020B0502040204020203" charset="-122"/>
                        </a:rPr>
                        <a:t>20%</a:t>
                      </a:r>
                      <a:r>
                        <a:rPr lang="zh-CN" altLang="en-US" sz="900" b="0" i="0">
                          <a:solidFill>
                            <a:srgbClr val="000000"/>
                          </a:solidFill>
                          <a:latin typeface="微软雅黑 Light" panose="020B0502040204020203" charset="-122"/>
                          <a:ea typeface="微软雅黑 Light" panose="020B0502040204020203" charset="-122"/>
                        </a:rPr>
                        <a:t>以上</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900" b="0" i="0">
                          <a:solidFill>
                            <a:srgbClr val="000000"/>
                          </a:solidFill>
                          <a:latin typeface="微软雅黑 Light" panose="020B0502040204020203" charset="-122"/>
                          <a:ea typeface="微软雅黑 Light" panose="020B0502040204020203" charset="-122"/>
                        </a:rPr>
                        <a:t>搜抖音、百度和微信的关键词综合指数，百度能看到</a:t>
                      </a:r>
                      <a:r>
                        <a:rPr lang="en-US" altLang="zh-CN" sz="900" b="0" i="0">
                          <a:solidFill>
                            <a:srgbClr val="000000"/>
                          </a:solidFill>
                          <a:latin typeface="微软雅黑 Light" panose="020B0502040204020203" charset="-122"/>
                          <a:ea typeface="微软雅黑 Light" panose="020B0502040204020203" charset="-122"/>
                        </a:rPr>
                        <a:t>10</a:t>
                      </a:r>
                      <a:r>
                        <a:rPr lang="zh-CN" altLang="en-US" sz="900" b="0" i="0">
                          <a:solidFill>
                            <a:srgbClr val="000000"/>
                          </a:solidFill>
                          <a:latin typeface="微软雅黑 Light" panose="020B0502040204020203" charset="-122"/>
                          <a:ea typeface="微软雅黑 Light" panose="020B0502040204020203" charset="-122"/>
                        </a:rPr>
                        <a:t>年的趋势，</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648335">
                <a:tc rowSpan="4">
                  <a:txBody>
                    <a:bodyPr/>
                    <a:p>
                      <a:pPr algn="l" fontAlgn="ctr"/>
                      <a:r>
                        <a:rPr lang="zh-CN" altLang="en-US" sz="900" b="0" i="0">
                          <a:solidFill>
                            <a:srgbClr val="000000"/>
                          </a:solidFill>
                          <a:latin typeface="微软雅黑 Light" panose="020B0502040204020203" charset="-122"/>
                          <a:ea typeface="微软雅黑 Light" panose="020B0502040204020203" charset="-122"/>
                        </a:rPr>
                        <a:t>竞争能取得主导</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900" b="0" i="0">
                          <a:solidFill>
                            <a:srgbClr val="000000"/>
                          </a:solidFill>
                          <a:latin typeface="微软雅黑 Light" panose="020B0502040204020203" charset="-122"/>
                          <a:ea typeface="微软雅黑 Light" panose="020B0502040204020203" charset="-122"/>
                        </a:rPr>
                        <a:t>看格局：有没有市场超过</a:t>
                      </a:r>
                      <a:r>
                        <a:rPr lang="en-US" altLang="zh-CN" sz="900" b="0" i="0">
                          <a:solidFill>
                            <a:srgbClr val="000000"/>
                          </a:solidFill>
                          <a:latin typeface="微软雅黑 Light" panose="020B0502040204020203" charset="-122"/>
                          <a:ea typeface="微软雅黑 Light" panose="020B0502040204020203" charset="-122"/>
                        </a:rPr>
                        <a:t>50%</a:t>
                      </a:r>
                      <a:r>
                        <a:rPr lang="zh-CN" altLang="en-US" sz="900" b="0" i="0">
                          <a:solidFill>
                            <a:srgbClr val="000000"/>
                          </a:solidFill>
                          <a:latin typeface="微软雅黑 Light" panose="020B0502040204020203" charset="-122"/>
                          <a:ea typeface="微软雅黑 Light" panose="020B0502040204020203" charset="-122"/>
                        </a:rPr>
                        <a:t>占比的头部企业</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900" b="0" i="0">
                          <a:solidFill>
                            <a:srgbClr val="000000"/>
                          </a:solidFill>
                          <a:latin typeface="微软雅黑 Light" panose="020B0502040204020203" charset="-122"/>
                          <a:ea typeface="微软雅黑 Light" panose="020B0502040204020203" charset="-122"/>
                        </a:rPr>
                        <a:t>10</a:t>
                      </a:r>
                      <a:endParaRPr lang="en-US" altLang="zh-CN"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900" b="0" i="0">
                          <a:solidFill>
                            <a:srgbClr val="000000"/>
                          </a:solidFill>
                          <a:latin typeface="微软雅黑 Light" panose="020B0502040204020203" charset="-122"/>
                          <a:ea typeface="微软雅黑 Light" panose="020B0502040204020203" charset="-122"/>
                        </a:rPr>
                        <a:t>超过</a:t>
                      </a:r>
                      <a:r>
                        <a:rPr lang="en-US" altLang="zh-CN" sz="900" b="0" i="0">
                          <a:solidFill>
                            <a:srgbClr val="000000"/>
                          </a:solidFill>
                          <a:latin typeface="微软雅黑 Light" panose="020B0502040204020203" charset="-122"/>
                          <a:ea typeface="微软雅黑 Light" panose="020B0502040204020203" charset="-122"/>
                        </a:rPr>
                        <a:t>20%</a:t>
                      </a:r>
                      <a:r>
                        <a:rPr lang="zh-CN" altLang="en-US" sz="900" b="0" i="0">
                          <a:solidFill>
                            <a:srgbClr val="000000"/>
                          </a:solidFill>
                          <a:latin typeface="微软雅黑 Light" panose="020B0502040204020203" charset="-122"/>
                          <a:ea typeface="微软雅黑 Light" panose="020B0502040204020203" charset="-122"/>
                        </a:rPr>
                        <a:t>不用管，超过</a:t>
                      </a:r>
                      <a:r>
                        <a:rPr lang="en-US" altLang="zh-CN" sz="900" b="0" i="0">
                          <a:solidFill>
                            <a:srgbClr val="000000"/>
                          </a:solidFill>
                          <a:latin typeface="微软雅黑 Light" panose="020B0502040204020203" charset="-122"/>
                          <a:ea typeface="微软雅黑 Light" panose="020B0502040204020203" charset="-122"/>
                        </a:rPr>
                        <a:t>40%</a:t>
                      </a:r>
                      <a:r>
                        <a:rPr lang="zh-CN" altLang="en-US" sz="900" b="0" i="0">
                          <a:solidFill>
                            <a:srgbClr val="000000"/>
                          </a:solidFill>
                          <a:latin typeface="微软雅黑 Light" panose="020B0502040204020203" charset="-122"/>
                          <a:ea typeface="微软雅黑 Light" panose="020B0502040204020203" charset="-122"/>
                        </a:rPr>
                        <a:t>要谨慎，超过</a:t>
                      </a:r>
                      <a:r>
                        <a:rPr lang="en-US" altLang="zh-CN" sz="900" b="0" i="0">
                          <a:solidFill>
                            <a:srgbClr val="000000"/>
                          </a:solidFill>
                          <a:latin typeface="微软雅黑 Light" panose="020B0502040204020203" charset="-122"/>
                          <a:ea typeface="微软雅黑 Light" panose="020B0502040204020203" charset="-122"/>
                        </a:rPr>
                        <a:t>70%</a:t>
                      </a:r>
                      <a:r>
                        <a:rPr lang="zh-CN" altLang="en-US" sz="900" b="0" i="0">
                          <a:solidFill>
                            <a:srgbClr val="000000"/>
                          </a:solidFill>
                          <a:latin typeface="微软雅黑 Light" panose="020B0502040204020203" charset="-122"/>
                          <a:ea typeface="微软雅黑 Light" panose="020B0502040204020203" charset="-122"/>
                        </a:rPr>
                        <a:t>尽量不做。</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900" b="0" i="0">
                          <a:solidFill>
                            <a:srgbClr val="000000"/>
                          </a:solidFill>
                          <a:latin typeface="微软雅黑 Light" panose="020B0502040204020203" charset="-122"/>
                          <a:ea typeface="微软雅黑 Light" panose="020B0502040204020203" charset="-122"/>
                        </a:rPr>
                        <a:t>1</a:t>
                      </a:r>
                      <a:r>
                        <a:rPr lang="zh-CN" altLang="en-US" sz="900" b="0" i="0">
                          <a:solidFill>
                            <a:srgbClr val="000000"/>
                          </a:solidFill>
                          <a:latin typeface="微软雅黑 Light" panose="020B0502040204020203" charset="-122"/>
                          <a:ea typeface="微软雅黑 Light" panose="020B0502040204020203" charset="-122"/>
                        </a:rPr>
                        <a:t>、搜索品类里面前十个品牌的销量占比，这个一般从行业报告能看到，或者</a:t>
                      </a:r>
                      <a:r>
                        <a:rPr lang="en-US" altLang="zh-CN" sz="900" b="0" i="0">
                          <a:solidFill>
                            <a:srgbClr val="000000"/>
                          </a:solidFill>
                          <a:latin typeface="微软雅黑 Light" panose="020B0502040204020203" charset="-122"/>
                          <a:ea typeface="微软雅黑 Light" panose="020B0502040204020203" charset="-122"/>
                        </a:rPr>
                        <a:t>AI</a:t>
                      </a:r>
                      <a:r>
                        <a:rPr lang="zh-CN" altLang="en-US" sz="900" b="0" i="0">
                          <a:solidFill>
                            <a:srgbClr val="000000"/>
                          </a:solidFill>
                          <a:latin typeface="微软雅黑 Light" panose="020B0502040204020203" charset="-122"/>
                          <a:ea typeface="微软雅黑 Light" panose="020B0502040204020203" charset="-122"/>
                        </a:rPr>
                        <a:t>搜索也能知道个大概。</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43243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l" fontAlgn="ctr"/>
                      <a:r>
                        <a:rPr lang="zh-CN" altLang="en-US" sz="900" b="0" i="0">
                          <a:solidFill>
                            <a:srgbClr val="000000"/>
                          </a:solidFill>
                          <a:latin typeface="微软雅黑 Light" panose="020B0502040204020203" charset="-122"/>
                          <a:ea typeface="微软雅黑 Light" panose="020B0502040204020203" charset="-122"/>
                        </a:rPr>
                        <a:t>看格局：头部品牌有没有封杀小品类的历史案例</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900" b="0" i="0">
                          <a:solidFill>
                            <a:srgbClr val="000000"/>
                          </a:solidFill>
                          <a:latin typeface="微软雅黑 Light" panose="020B0502040204020203" charset="-122"/>
                          <a:ea typeface="微软雅黑 Light" panose="020B0502040204020203" charset="-122"/>
                        </a:rPr>
                        <a:t>10</a:t>
                      </a:r>
                      <a:endParaRPr lang="en-US" altLang="zh-CN"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900" b="0" i="0">
                          <a:solidFill>
                            <a:srgbClr val="000000"/>
                          </a:solidFill>
                          <a:latin typeface="微软雅黑 Light" panose="020B0502040204020203" charset="-122"/>
                          <a:ea typeface="微软雅黑 Light" panose="020B0502040204020203" charset="-122"/>
                        </a:rPr>
                        <a:t>有历史案例就不要做</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900" b="0" i="0">
                          <a:solidFill>
                            <a:srgbClr val="000000"/>
                          </a:solidFill>
                          <a:latin typeface="微软雅黑 Light" panose="020B0502040204020203" charset="-122"/>
                          <a:ea typeface="微软雅黑 Light" panose="020B0502040204020203" charset="-122"/>
                        </a:rPr>
                        <a:t>2</a:t>
                      </a:r>
                      <a:r>
                        <a:rPr lang="zh-CN" altLang="en-US" sz="900" b="0" i="0">
                          <a:solidFill>
                            <a:srgbClr val="000000"/>
                          </a:solidFill>
                          <a:latin typeface="微软雅黑 Light" panose="020B0502040204020203" charset="-122"/>
                          <a:ea typeface="微软雅黑 Light" panose="020B0502040204020203" charset="-122"/>
                        </a:rPr>
                        <a:t>、历史上怎么跟进趋势性小品类的，是和大家一起发展，还是直接低价和渠道封杀。</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526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l" fontAlgn="ctr"/>
                      <a:r>
                        <a:rPr lang="zh-CN" altLang="en-US" sz="900" b="0" i="0">
                          <a:solidFill>
                            <a:srgbClr val="000000"/>
                          </a:solidFill>
                          <a:latin typeface="微软雅黑 Light" panose="020B0502040204020203" charset="-122"/>
                          <a:ea typeface="微软雅黑 Light" panose="020B0502040204020203" charset="-122"/>
                        </a:rPr>
                        <a:t>看细分：这个品类格局里存不存在细分机会？</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900" b="0" i="0">
                          <a:solidFill>
                            <a:srgbClr val="000000"/>
                          </a:solidFill>
                          <a:latin typeface="微软雅黑 Light" panose="020B0502040204020203" charset="-122"/>
                          <a:ea typeface="微软雅黑 Light" panose="020B0502040204020203" charset="-122"/>
                        </a:rPr>
                        <a:t>10</a:t>
                      </a:r>
                      <a:endParaRPr lang="en-US" altLang="zh-CN"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900" b="0" i="0">
                          <a:solidFill>
                            <a:srgbClr val="000000"/>
                          </a:solidFill>
                          <a:latin typeface="微软雅黑 Light" panose="020B0502040204020203" charset="-122"/>
                          <a:ea typeface="微软雅黑 Light" panose="020B0502040204020203" charset="-122"/>
                        </a:rPr>
                        <a:t>细分人群、渠道与某种产品特性</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43243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l" fontAlgn="ctr"/>
                      <a:r>
                        <a:rPr lang="zh-CN" altLang="en-US" sz="900" b="0" i="0">
                          <a:solidFill>
                            <a:srgbClr val="000000"/>
                          </a:solidFill>
                          <a:latin typeface="微软雅黑 Light" panose="020B0502040204020203" charset="-122"/>
                          <a:ea typeface="微软雅黑 Light" panose="020B0502040204020203" charset="-122"/>
                        </a:rPr>
                        <a:t>看短板：核心竞争对手有没有先天性的短板</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900" b="0" i="0">
                          <a:solidFill>
                            <a:srgbClr val="000000"/>
                          </a:solidFill>
                          <a:latin typeface="微软雅黑 Light" panose="020B0502040204020203" charset="-122"/>
                          <a:ea typeface="微软雅黑 Light" panose="020B0502040204020203" charset="-122"/>
                        </a:rPr>
                        <a:t>10</a:t>
                      </a:r>
                      <a:endParaRPr lang="en-US" altLang="zh-CN"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900" b="0" i="0">
                          <a:solidFill>
                            <a:srgbClr val="000000"/>
                          </a:solidFill>
                          <a:latin typeface="微软雅黑 Light" panose="020B0502040204020203" charset="-122"/>
                          <a:ea typeface="微软雅黑 Light" panose="020B0502040204020203" charset="-122"/>
                        </a:rPr>
                        <a:t>产品、渠道、品牌、组织、资金的短板</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900" b="0" i="0">
                          <a:solidFill>
                            <a:srgbClr val="000000"/>
                          </a:solidFill>
                          <a:latin typeface="微软雅黑 Light" panose="020B0502040204020203" charset="-122"/>
                          <a:ea typeface="微软雅黑 Light" panose="020B0502040204020203" charset="-122"/>
                        </a:rPr>
                        <a:t>调研了解一下该品类的头部品牌，主要是看有没有一些产品、渠道、品牌、组织等方面的短板，</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432435">
                <a:tc rowSpan="3">
                  <a:txBody>
                    <a:bodyPr/>
                    <a:p>
                      <a:pPr algn="l" fontAlgn="ctr"/>
                      <a:r>
                        <a:rPr lang="zh-CN" altLang="en-US" sz="900" b="0" i="0">
                          <a:solidFill>
                            <a:srgbClr val="000000"/>
                          </a:solidFill>
                          <a:latin typeface="微软雅黑 Light" panose="020B0502040204020203" charset="-122"/>
                          <a:ea typeface="微软雅黑 Light" panose="020B0502040204020203" charset="-122"/>
                        </a:rPr>
                        <a:t>自身有基础优势</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900" b="0" i="0">
                          <a:solidFill>
                            <a:srgbClr val="000000"/>
                          </a:solidFill>
                          <a:latin typeface="微软雅黑 Light" panose="020B0502040204020203" charset="-122"/>
                          <a:ea typeface="微软雅黑 Light" panose="020B0502040204020203" charset="-122"/>
                        </a:rPr>
                        <a:t>用户：看自己的用户画像与线上或其他渠道卖爆的这款产品的用户画像匹配度高不高，</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00"/>
                    </a:solidFill>
                  </a:tcPr>
                </a:tc>
                <a:tc>
                  <a:txBody>
                    <a:bodyPr/>
                    <a:p>
                      <a:pPr algn="l" fontAlgn="ctr"/>
                      <a:r>
                        <a:rPr lang="en-US" altLang="zh-CN" sz="900" b="0" i="0">
                          <a:solidFill>
                            <a:srgbClr val="000000"/>
                          </a:solidFill>
                          <a:latin typeface="微软雅黑 Light" panose="020B0502040204020203" charset="-122"/>
                          <a:ea typeface="微软雅黑 Light" panose="020B0502040204020203" charset="-122"/>
                        </a:rPr>
                        <a:t>10</a:t>
                      </a:r>
                      <a:endParaRPr lang="en-US" altLang="zh-CN"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900" b="0" i="0">
                          <a:solidFill>
                            <a:srgbClr val="000000"/>
                          </a:solidFill>
                          <a:latin typeface="微软雅黑 Light" panose="020B0502040204020203" charset="-122"/>
                          <a:ea typeface="微软雅黑 Light" panose="020B0502040204020203" charset="-122"/>
                        </a:rPr>
                        <a:t>用户重叠度达</a:t>
                      </a:r>
                      <a:r>
                        <a:rPr lang="en-US" altLang="zh-CN" sz="900" b="0" i="0">
                          <a:solidFill>
                            <a:srgbClr val="000000"/>
                          </a:solidFill>
                          <a:latin typeface="微软雅黑 Light" panose="020B0502040204020203" charset="-122"/>
                          <a:ea typeface="微软雅黑 Light" panose="020B0502040204020203" charset="-122"/>
                        </a:rPr>
                        <a:t>30%</a:t>
                      </a:r>
                      <a:r>
                        <a:rPr lang="zh-CN" altLang="en-US" sz="900" b="0" i="0">
                          <a:solidFill>
                            <a:srgbClr val="000000"/>
                          </a:solidFill>
                          <a:latin typeface="微软雅黑 Light" panose="020B0502040204020203" charset="-122"/>
                          <a:ea typeface="微软雅黑 Light" panose="020B0502040204020203" charset="-122"/>
                        </a:rPr>
                        <a:t>以上</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4318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l" fontAlgn="ctr"/>
                      <a:r>
                        <a:rPr lang="zh-CN" altLang="en-US" sz="900" b="0" i="0">
                          <a:solidFill>
                            <a:srgbClr val="000000"/>
                          </a:solidFill>
                          <a:latin typeface="微软雅黑 Light" panose="020B0502040204020203" charset="-122"/>
                          <a:ea typeface="微软雅黑 Light" panose="020B0502040204020203" charset="-122"/>
                        </a:rPr>
                        <a:t>渠道：调研渠道经销商或加盟商对做这款产品的意愿度，</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900" b="0" i="0">
                          <a:solidFill>
                            <a:srgbClr val="000000"/>
                          </a:solidFill>
                          <a:latin typeface="微软雅黑 Light" panose="020B0502040204020203" charset="-122"/>
                          <a:ea typeface="微软雅黑 Light" panose="020B0502040204020203" charset="-122"/>
                        </a:rPr>
                        <a:t>10</a:t>
                      </a:r>
                      <a:endParaRPr lang="en-US" altLang="zh-CN"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900" b="0" i="0">
                          <a:solidFill>
                            <a:srgbClr val="000000"/>
                          </a:solidFill>
                          <a:latin typeface="微软雅黑 Light" panose="020B0502040204020203" charset="-122"/>
                          <a:ea typeface="微软雅黑 Light" panose="020B0502040204020203" charset="-122"/>
                        </a:rPr>
                        <a:t>调研</a:t>
                      </a:r>
                      <a:r>
                        <a:rPr lang="en-US" altLang="zh-CN" sz="900" b="0" i="0">
                          <a:solidFill>
                            <a:srgbClr val="000000"/>
                          </a:solidFill>
                          <a:latin typeface="微软雅黑 Light" panose="020B0502040204020203" charset="-122"/>
                          <a:ea typeface="微软雅黑 Light" panose="020B0502040204020203" charset="-122"/>
                        </a:rPr>
                        <a:t>30%</a:t>
                      </a:r>
                      <a:r>
                        <a:rPr lang="zh-CN" altLang="en-US" sz="900" b="0" i="0">
                          <a:solidFill>
                            <a:srgbClr val="000000"/>
                          </a:solidFill>
                          <a:latin typeface="微软雅黑 Light" panose="020B0502040204020203" charset="-122"/>
                          <a:ea typeface="微软雅黑 Light" panose="020B0502040204020203" charset="-122"/>
                        </a:rPr>
                        <a:t>的经销商或内部团队愿意做</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900" b="0" i="0">
                          <a:solidFill>
                            <a:srgbClr val="000000"/>
                          </a:solidFill>
                          <a:latin typeface="微软雅黑 Light" panose="020B0502040204020203" charset="-122"/>
                          <a:ea typeface="微软雅黑 Light" panose="020B0502040204020203" charset="-122"/>
                        </a:rPr>
                        <a:t>可以生成一个调研问卷去收集，以验证渠道的匹配度，</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43243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l" fontAlgn="ctr"/>
                      <a:r>
                        <a:rPr lang="zh-CN" altLang="en-US" sz="900" b="0" i="0">
                          <a:solidFill>
                            <a:srgbClr val="000000"/>
                          </a:solidFill>
                          <a:latin typeface="微软雅黑 Light" panose="020B0502040204020203" charset="-122"/>
                          <a:ea typeface="微软雅黑 Light" panose="020B0502040204020203" charset="-122"/>
                        </a:rPr>
                        <a:t>生产：调研一下自己的工厂能不能直接生产这个产品，</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900" b="0" i="0">
                          <a:solidFill>
                            <a:srgbClr val="000000"/>
                          </a:solidFill>
                          <a:latin typeface="微软雅黑 Light" panose="020B0502040204020203" charset="-122"/>
                          <a:ea typeface="微软雅黑 Light" panose="020B0502040204020203" charset="-122"/>
                        </a:rPr>
                        <a:t>10</a:t>
                      </a:r>
                      <a:endParaRPr lang="en-US" altLang="zh-CN"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900" b="0" i="0">
                          <a:solidFill>
                            <a:srgbClr val="000000"/>
                          </a:solidFill>
                          <a:latin typeface="微软雅黑 Light" panose="020B0502040204020203" charset="-122"/>
                          <a:ea typeface="微软雅黑 Light" panose="020B0502040204020203" charset="-122"/>
                        </a:rPr>
                        <a:t>简单加一些设备就能做，看经济实力新增投入</a:t>
                      </a:r>
                      <a:r>
                        <a:rPr lang="en-US" altLang="zh-CN" sz="900" b="0" i="0">
                          <a:solidFill>
                            <a:srgbClr val="000000"/>
                          </a:solidFill>
                          <a:latin typeface="微软雅黑 Light" panose="020B0502040204020203" charset="-122"/>
                          <a:ea typeface="微软雅黑 Light" panose="020B0502040204020203" charset="-122"/>
                        </a:rPr>
                        <a:t>100W</a:t>
                      </a:r>
                      <a:r>
                        <a:rPr lang="zh-CN" altLang="en-US" sz="900" b="0" i="0">
                          <a:solidFill>
                            <a:srgbClr val="000000"/>
                          </a:solidFill>
                          <a:latin typeface="微软雅黑 Light" panose="020B0502040204020203" charset="-122"/>
                          <a:ea typeface="微软雅黑 Light" panose="020B0502040204020203" charset="-122"/>
                        </a:rPr>
                        <a:t>左右都可以接受</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48285">
                <a:tc>
                  <a:txBody>
                    <a:bodyPr/>
                    <a:p>
                      <a:pPr algn="l" fontAlgn="ctr"/>
                      <a:endParaRPr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r" fontAlgn="ctr"/>
                      <a:r>
                        <a:rPr lang="zh-CN" altLang="en-US" sz="900" b="0" i="0">
                          <a:solidFill>
                            <a:srgbClr val="000000"/>
                          </a:solidFill>
                          <a:latin typeface="微软雅黑 Light" panose="020B0502040204020203" charset="-122"/>
                          <a:ea typeface="微软雅黑 Light" panose="020B0502040204020203" charset="-122"/>
                        </a:rPr>
                        <a:t>总分</a:t>
                      </a:r>
                      <a:endParaRPr lang="zh-CN" altLang="en-US"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900" b="0" i="0">
                          <a:solidFill>
                            <a:srgbClr val="000000"/>
                          </a:solidFill>
                          <a:latin typeface="微软雅黑 Light" panose="020B0502040204020203" charset="-122"/>
                          <a:ea typeface="微软雅黑 Light" panose="020B0502040204020203" charset="-122"/>
                        </a:rPr>
                        <a:t>100</a:t>
                      </a:r>
                      <a:endParaRPr lang="en-US" altLang="zh-CN"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9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
        <p:nvSpPr>
          <p:cNvPr id="5" name="文本框 4"/>
          <p:cNvSpPr txBox="1"/>
          <p:nvPr/>
        </p:nvSpPr>
        <p:spPr>
          <a:xfrm>
            <a:off x="425450" y="5746750"/>
            <a:ext cx="10338435" cy="229870"/>
          </a:xfrm>
          <a:prstGeom prst="rect">
            <a:avLst/>
          </a:prstGeom>
          <a:noFill/>
        </p:spPr>
        <p:txBody>
          <a:bodyPr wrap="square" rtlCol="0">
            <a:spAutoFit/>
          </a:bodyPr>
          <a:p>
            <a:r>
              <a:rPr lang="zh-CN" altLang="en-US" sz="900"/>
              <a:t>【总结】如果只看两个要素，如何简单判断选品对不对？一是具备同类基因的产品销量增长</a:t>
            </a:r>
            <a:r>
              <a:rPr lang="en-US" altLang="zh-CN" sz="900"/>
              <a:t>20%</a:t>
            </a:r>
            <a:r>
              <a:rPr lang="zh-CN" altLang="en-US" sz="900"/>
              <a:t>以上，二是你的用户是否需要，可以看相关热卖产品的用户画像。也可以小范围测试出来。</a:t>
            </a:r>
            <a:endParaRPr lang="zh-CN" altLang="en-US" sz="900"/>
          </a:p>
        </p:txBody>
      </p:sp>
      <p:sp>
        <p:nvSpPr>
          <p:cNvPr id="2" name="文本框 1"/>
          <p:cNvSpPr txBox="1"/>
          <p:nvPr/>
        </p:nvSpPr>
        <p:spPr>
          <a:xfrm>
            <a:off x="425450" y="95250"/>
            <a:ext cx="5765800" cy="368300"/>
          </a:xfrm>
          <a:prstGeom prst="rect">
            <a:avLst/>
          </a:prstGeom>
          <a:noFill/>
        </p:spPr>
        <p:txBody>
          <a:bodyPr wrap="square" rtlCol="0" anchor="t">
            <a:spAutoFit/>
          </a:bodyPr>
          <a:p>
            <a:r>
              <a:rPr lang="zh-CN" altLang="en-US" b="1">
                <a:solidFill>
                  <a:srgbClr val="000000"/>
                </a:solidFill>
                <a:latin typeface="微软雅黑 Light" panose="020B0502040204020203" charset="-122"/>
                <a:ea typeface="微软雅黑 Light" panose="020B0502040204020203" charset="-122"/>
                <a:sym typeface="+mn-ea"/>
              </a:rPr>
              <a:t>落地工具二</a:t>
            </a:r>
            <a:endParaRPr lang="zh-CN" altLang="en-US" b="1">
              <a:solidFill>
                <a:srgbClr val="000000"/>
              </a:solidFill>
              <a:latin typeface="微软雅黑 Light" panose="020B0502040204020203" charset="-122"/>
              <a:ea typeface="微软雅黑 Light" panose="020B0502040204020203"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descr="0214品跃课件PPT里需要设计的内容(1)_画板 1 副本 13"/>
          <p:cNvPicPr>
            <a:picLocks noChangeAspect="1"/>
          </p:cNvPicPr>
          <p:nvPr/>
        </p:nvPicPr>
        <p:blipFill>
          <a:blip r:embed="rId1"/>
          <a:stretch>
            <a:fillRect/>
          </a:stretch>
        </p:blipFill>
        <p:spPr>
          <a:xfrm>
            <a:off x="1270" y="165100"/>
            <a:ext cx="11516360" cy="6479540"/>
          </a:xfrm>
          <a:prstGeom prst="rect">
            <a:avLst/>
          </a:prstGeom>
        </p:spPr>
      </p:pic>
      <p:sp>
        <p:nvSpPr>
          <p:cNvPr id="7" name="文本框 6"/>
          <p:cNvSpPr txBox="1"/>
          <p:nvPr/>
        </p:nvSpPr>
        <p:spPr>
          <a:xfrm>
            <a:off x="483870" y="254000"/>
            <a:ext cx="10547350" cy="735965"/>
          </a:xfrm>
          <a:prstGeom prst="rect">
            <a:avLst/>
          </a:prstGeom>
          <a:noFill/>
        </p:spPr>
        <p:txBody>
          <a:bodyPr wrap="square" rtlCol="0" anchor="t">
            <a:noAutofit/>
          </a:bodyPr>
          <a:p>
            <a:r>
              <a:rPr lang="zh-CN" altLang="en-US" sz="3200" b="1"/>
              <a:t>战略选品三元分析法：检验</a:t>
            </a:r>
            <a:r>
              <a:rPr lang="zh-CN" altLang="en-US" sz="3200" b="1"/>
              <a:t>确定真</a:t>
            </a:r>
            <a:r>
              <a:rPr lang="zh-CN" altLang="en-US" sz="3200" b="1"/>
              <a:t>机会</a:t>
            </a:r>
            <a:endParaRPr lang="zh-CN" altLang="en-US" sz="3200"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26" name=""/>
        <p:cNvGrpSpPr/>
        <p:nvPr/>
      </p:nvGrpSpPr>
      <p:grpSpPr/>
      <p:pic>
        <p:nvPicPr>
          <p:cNvPr id="2097450" name="图片 3" descr="五步打爆大单品+方法论源文件+锦成+20230924_画板 1 副本 2"/>
          <p:cNvPicPr>
            <a:picLocks noChangeAspect="1"/>
          </p:cNvPicPr>
          <p:nvPr/>
        </p:nvPicPr>
        <p:blipFill>
          <a:blip r:embed="rId1"/>
          <a:stretch>
            <a:fillRect/>
          </a:stretch>
        </p:blipFill>
        <p:spPr>
          <a:xfrm>
            <a:off x="2505" y="198"/>
            <a:ext cx="11513892" cy="6479143"/>
          </a:xfrm>
          <a:prstGeom prst="rect">
            <a:avLst/>
          </a:prstGeom>
        </p:spPr>
      </p:pic>
      <p:sp>
        <p:nvSpPr>
          <p:cNvPr id="1048995" name="矩形 1"/>
          <p:cNvSpPr/>
          <p:nvPr/>
        </p:nvSpPr>
        <p:spPr>
          <a:xfrm>
            <a:off x="1769867" y="123285"/>
            <a:ext cx="5627833" cy="1036288"/>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zh-CN" altLang="en-US" sz="4400" b="1">
                <a:solidFill>
                  <a:schemeClr val="tx1"/>
                </a:solidFill>
              </a:rPr>
              <a:t>大单品差异化创新</a:t>
            </a:r>
            <a:endParaRPr lang="en-US" altLang="zh-CN" sz="4400" b="1">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红小派策划内容+终稿+PPT排版+20231022-05"/>
          <p:cNvPicPr>
            <a:picLocks noChangeAspect="1"/>
          </p:cNvPicPr>
          <p:nvPr/>
        </p:nvPicPr>
        <p:blipFill>
          <a:blip r:embed="rId1"/>
          <a:srcRect b="6723"/>
          <a:stretch>
            <a:fillRect/>
          </a:stretch>
        </p:blipFill>
        <p:spPr>
          <a:xfrm>
            <a:off x="145415" y="416560"/>
            <a:ext cx="10466705" cy="5494020"/>
          </a:xfrm>
          <a:prstGeom prst="rect">
            <a:avLst/>
          </a:prstGeom>
        </p:spPr>
      </p:pic>
      <p:sp>
        <p:nvSpPr>
          <p:cNvPr id="6" name="文本框 5"/>
          <p:cNvSpPr txBox="1"/>
          <p:nvPr>
            <p:custDataLst>
              <p:tags r:id="rId2"/>
            </p:custDataLst>
          </p:nvPr>
        </p:nvSpPr>
        <p:spPr>
          <a:xfrm>
            <a:off x="1483995" y="1428115"/>
            <a:ext cx="2649220" cy="1198880"/>
          </a:xfrm>
          <a:prstGeom prst="rect">
            <a:avLst/>
          </a:prstGeom>
          <a:noFill/>
        </p:spPr>
        <p:txBody>
          <a:bodyPr wrap="square" rtlCol="0">
            <a:spAutoFit/>
          </a:bodyPr>
          <a:p>
            <a:r>
              <a:rPr lang="zh-CN" altLang="en-US"/>
              <a:t>用户需要</a:t>
            </a:r>
            <a:endParaRPr lang="zh-CN" altLang="en-US"/>
          </a:p>
          <a:p>
            <a:r>
              <a:rPr lang="zh-CN" altLang="en-US"/>
              <a:t>对手较弱</a:t>
            </a:r>
            <a:endParaRPr lang="zh-CN" altLang="en-US"/>
          </a:p>
          <a:p>
            <a:r>
              <a:rPr lang="zh-CN" altLang="en-US"/>
              <a:t>我们最强</a:t>
            </a:r>
            <a:endParaRPr lang="zh-CN" altLang="en-US"/>
          </a:p>
          <a:p>
            <a:r>
              <a:rPr lang="zh-CN" altLang="en-US"/>
              <a:t>选这个点作为核心差</a:t>
            </a:r>
            <a:r>
              <a:rPr lang="zh-CN" altLang="en-US"/>
              <a:t>异</a:t>
            </a:r>
            <a:endParaRPr lang="zh-CN" altLang="en-US"/>
          </a:p>
        </p:txBody>
      </p:sp>
      <p:sp>
        <p:nvSpPr>
          <p:cNvPr id="5" name="矩形 4"/>
          <p:cNvSpPr/>
          <p:nvPr/>
        </p:nvSpPr>
        <p:spPr>
          <a:xfrm>
            <a:off x="89535" y="254000"/>
            <a:ext cx="8312785" cy="93218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bg1"/>
              </a:solidFill>
            </a:endParaRPr>
          </a:p>
        </p:txBody>
      </p:sp>
      <p:sp>
        <p:nvSpPr>
          <p:cNvPr id="7" name="文本框 6"/>
          <p:cNvSpPr txBox="1"/>
          <p:nvPr/>
        </p:nvSpPr>
        <p:spPr>
          <a:xfrm>
            <a:off x="483870" y="254000"/>
            <a:ext cx="7918450" cy="735965"/>
          </a:xfrm>
          <a:prstGeom prst="rect">
            <a:avLst/>
          </a:prstGeom>
          <a:noFill/>
        </p:spPr>
        <p:txBody>
          <a:bodyPr wrap="square" rtlCol="0" anchor="t">
            <a:noAutofit/>
          </a:bodyPr>
          <a:p>
            <a:r>
              <a:rPr lang="zh-CN" altLang="en-US" sz="3200" b="1"/>
              <a:t>用户价值分析表：寻找用户最在乎</a:t>
            </a:r>
            <a:r>
              <a:rPr lang="zh-CN" altLang="en-US" sz="3200" b="1"/>
              <a:t>的突破</a:t>
            </a:r>
            <a:r>
              <a:rPr lang="zh-CN" altLang="en-US" sz="3200" b="1"/>
              <a:t>口</a:t>
            </a:r>
            <a:endParaRPr lang="zh-CN" altLang="en-US" sz="3200" b="1"/>
          </a:p>
        </p:txBody>
      </p:sp>
      <p:sp>
        <p:nvSpPr>
          <p:cNvPr id="3" name="圆角矩形 2"/>
          <p:cNvSpPr/>
          <p:nvPr/>
        </p:nvSpPr>
        <p:spPr>
          <a:xfrm>
            <a:off x="2562225" y="1332865"/>
            <a:ext cx="765810" cy="3945255"/>
          </a:xfrm>
          <a:prstGeom prst="round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框 2"/>
          <p:cNvSpPr txBox="1"/>
          <p:nvPr>
            <p:custDataLst>
              <p:tags r:id="rId3"/>
            </p:custDataLst>
          </p:nvPr>
        </p:nvSpPr>
        <p:spPr>
          <a:xfrm>
            <a:off x="966470" y="5302250"/>
            <a:ext cx="4098290" cy="443230"/>
          </a:xfrm>
          <a:prstGeom prst="rect">
            <a:avLst/>
          </a:prstGeom>
          <a:noFill/>
        </p:spPr>
        <p:txBody>
          <a:bodyPr wrap="square" rtlCol="0" anchor="t">
            <a:noAutofit/>
          </a:bodyPr>
          <a:p>
            <a:pPr algn="ctr"/>
            <a:r>
              <a:rPr lang="zh-CN" sz="2400" b="1" dirty="0">
                <a:sym typeface="+mn-ea"/>
              </a:rPr>
              <a:t>在红枣上做用户</a:t>
            </a:r>
            <a:r>
              <a:rPr lang="zh-CN" sz="2400" b="1" dirty="0">
                <a:sym typeface="+mn-ea"/>
              </a:rPr>
              <a:t>价值差异</a:t>
            </a:r>
            <a:r>
              <a:rPr lang="zh-CN" sz="2400" b="1" dirty="0">
                <a:sym typeface="+mn-ea"/>
              </a:rPr>
              <a:t>化</a:t>
            </a:r>
            <a:endParaRPr lang="zh-CN" sz="2400" b="1" dirty="0">
              <a:sym typeface="+mn-ea"/>
            </a:endParaRPr>
          </a:p>
        </p:txBody>
      </p:sp>
      <p:sp>
        <p:nvSpPr>
          <p:cNvPr id="8" name="文本框 2"/>
          <p:cNvSpPr txBox="1"/>
          <p:nvPr>
            <p:custDataLst>
              <p:tags r:id="rId4"/>
            </p:custDataLst>
          </p:nvPr>
        </p:nvSpPr>
        <p:spPr>
          <a:xfrm>
            <a:off x="712470" y="5726430"/>
            <a:ext cx="4606925" cy="184150"/>
          </a:xfrm>
          <a:prstGeom prst="rect">
            <a:avLst/>
          </a:prstGeom>
          <a:noFill/>
        </p:spPr>
        <p:txBody>
          <a:bodyPr wrap="square" rtlCol="0" anchor="t">
            <a:noAutofit/>
          </a:bodyPr>
          <a:p>
            <a:pPr algn="ctr"/>
            <a:r>
              <a:rPr lang="zh-CN" sz="900" dirty="0"/>
              <a:t>品种、鲜果、去核、去皮、立体蒸、锁鲜包装等购买证</a:t>
            </a:r>
            <a:r>
              <a:rPr lang="zh-CN" sz="900" dirty="0"/>
              <a:t>据</a:t>
            </a:r>
            <a:endParaRPr lang="zh-CN" sz="900" dirty="0"/>
          </a:p>
        </p:txBody>
      </p:sp>
    </p:spTree>
    <p:custDataLst>
      <p:tags r:id="rId5"/>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60" name=""/>
        <p:cNvGrpSpPr/>
        <p:nvPr/>
      </p:nvGrpSpPr>
      <p:grpSpPr>
        <a:xfrm>
          <a:off x="0" y="0"/>
          <a:ext cx="0" cy="0"/>
          <a:chOff x="0" y="0"/>
          <a:chExt cx="0" cy="0"/>
        </a:xfrm>
      </p:grpSpPr>
      <p:pic>
        <p:nvPicPr>
          <p:cNvPr id="2097285" name="图片 21"/>
          <p:cNvPicPr>
            <a:picLocks noChangeAspect="1"/>
          </p:cNvPicPr>
          <p:nvPr/>
        </p:nvPicPr>
        <p:blipFill>
          <a:blip r:embed="rId1"/>
          <a:stretch>
            <a:fillRect/>
          </a:stretch>
        </p:blipFill>
        <p:spPr>
          <a:xfrm>
            <a:off x="8528571" y="2287155"/>
            <a:ext cx="2990788" cy="2653612"/>
          </a:xfrm>
          <a:prstGeom prst="rect">
            <a:avLst/>
          </a:prstGeom>
        </p:spPr>
      </p:pic>
      <p:pic>
        <p:nvPicPr>
          <p:cNvPr id="2097286" name="图片 22"/>
          <p:cNvPicPr>
            <a:picLocks noChangeAspect="1"/>
          </p:cNvPicPr>
          <p:nvPr/>
        </p:nvPicPr>
        <p:blipFill>
          <a:blip r:embed="rId2"/>
          <a:stretch>
            <a:fillRect/>
          </a:stretch>
        </p:blipFill>
        <p:spPr>
          <a:xfrm>
            <a:off x="9311851" y="5018908"/>
            <a:ext cx="1807692" cy="859974"/>
          </a:xfrm>
          <a:prstGeom prst="rect">
            <a:avLst/>
          </a:prstGeom>
        </p:spPr>
      </p:pic>
      <p:sp>
        <p:nvSpPr>
          <p:cNvPr id="1048775" name="标题 1"/>
          <p:cNvSpPr txBox="1"/>
          <p:nvPr/>
        </p:nvSpPr>
        <p:spPr>
          <a:xfrm>
            <a:off x="391354" y="1250616"/>
            <a:ext cx="7217267" cy="496637"/>
          </a:xfrm>
          <a:prstGeom prst="rect">
            <a:avLst/>
          </a:prstGeom>
        </p:spPr>
        <p:txBody>
          <a:bodyPr vert="horz" lIns="80991" tIns="40495" rIns="80991" bIns="40495" rtlCol="0" anchor="b">
            <a:noAutofit/>
          </a:bodyPr>
          <a:lstStyle>
            <a:lvl1pPr algn="ctr" defTabSz="975360" rtl="0" eaLnBrk="1" latinLnBrk="0" hangingPunct="1">
              <a:lnSpc>
                <a:spcPct val="90000"/>
              </a:lnSpc>
              <a:spcBef>
                <a:spcPct val="0"/>
              </a:spcBef>
              <a:buNone/>
              <a:defRPr sz="6400" kern="1200">
                <a:solidFill>
                  <a:schemeClr val="tx1"/>
                </a:solidFill>
                <a:latin typeface="+mj-lt"/>
                <a:ea typeface="+mj-ea"/>
                <a:cs typeface="+mj-cs"/>
              </a:defRPr>
            </a:lvl1pPr>
          </a:lstStyle>
          <a:p>
            <a:pPr algn="l">
              <a:lnSpc>
                <a:spcPct val="130000"/>
              </a:lnSpc>
              <a:spcBef>
                <a:spcPts val="1175"/>
              </a:spcBef>
            </a:pPr>
            <a:r>
              <a:rPr lang="zh-CN" altLang="en-US" sz="2400" b="1" dirty="0">
                <a:solidFill>
                  <a:schemeClr val="tx1"/>
                </a:solidFill>
                <a:latin typeface="微软雅黑" panose="020B0503020204020204" charset="-122"/>
                <a:ea typeface="微软雅黑" panose="020B0503020204020204" charset="-122"/>
              </a:rPr>
              <a:t>上万条用户评论的总结</a:t>
            </a:r>
            <a:r>
              <a:rPr lang="en-US" altLang="zh-CN" sz="2400" b="1" dirty="0">
                <a:solidFill>
                  <a:schemeClr val="tx1"/>
                </a:solidFill>
                <a:latin typeface="微软雅黑" panose="020B0503020204020204" charset="-122"/>
                <a:ea typeface="微软雅黑" panose="020B0503020204020204" charset="-122"/>
              </a:rPr>
              <a:t>:</a:t>
            </a:r>
            <a:endParaRPr lang="en-US" altLang="zh-CN" sz="2400" b="1" dirty="0">
              <a:solidFill>
                <a:schemeClr val="tx1"/>
              </a:solidFill>
              <a:latin typeface="微软雅黑" panose="020B0503020204020204" charset="-122"/>
              <a:ea typeface="微软雅黑" panose="020B0503020204020204" charset="-122"/>
            </a:endParaRPr>
          </a:p>
        </p:txBody>
      </p:sp>
      <p:sp>
        <p:nvSpPr>
          <p:cNvPr id="1048776" name="文本框 5"/>
          <p:cNvSpPr txBox="1"/>
          <p:nvPr/>
        </p:nvSpPr>
        <p:spPr>
          <a:xfrm>
            <a:off x="391531" y="1746805"/>
            <a:ext cx="7583670" cy="386080"/>
          </a:xfrm>
          <a:prstGeom prst="rect">
            <a:avLst/>
          </a:prstGeom>
          <a:noFill/>
        </p:spPr>
        <p:txBody>
          <a:bodyPr wrap="square" rtlCol="0">
            <a:spAutoFit/>
          </a:bodyPr>
          <a:p>
            <a:pPr>
              <a:lnSpc>
                <a:spcPct val="120000"/>
              </a:lnSpc>
            </a:pPr>
            <a:r>
              <a:rPr lang="zh-CN" sz="1595" b="1">
                <a:solidFill>
                  <a:schemeClr val="tx1"/>
                </a:solidFill>
              </a:rPr>
              <a:t>用户</a:t>
            </a:r>
            <a:r>
              <a:rPr lang="zh-CN" sz="1595" b="1">
                <a:sym typeface="+mn-ea"/>
              </a:rPr>
              <a:t>感知</a:t>
            </a:r>
            <a:r>
              <a:rPr lang="zh-CN" sz="1595" b="1">
                <a:solidFill>
                  <a:schemeClr val="tx1"/>
                </a:solidFill>
              </a:rPr>
              <a:t>好吃的表达方式：（好评部分，去掉了味道好和好吃这类泛词）</a:t>
            </a:r>
            <a:endParaRPr lang="zh-CN" altLang="en-US" sz="1595">
              <a:solidFill>
                <a:schemeClr val="tx1"/>
              </a:solidFill>
            </a:endParaRPr>
          </a:p>
        </p:txBody>
      </p:sp>
      <p:pic>
        <p:nvPicPr>
          <p:cNvPr id="2097287" name="图片 2"/>
          <p:cNvPicPr>
            <a:picLocks noChangeAspect="1"/>
          </p:cNvPicPr>
          <p:nvPr/>
        </p:nvPicPr>
        <p:blipFill>
          <a:blip r:embed="rId3"/>
          <a:srcRect/>
          <a:stretch>
            <a:fillRect/>
          </a:stretch>
        </p:blipFill>
        <p:spPr>
          <a:xfrm>
            <a:off x="438827" y="2623192"/>
            <a:ext cx="2670838" cy="1001166"/>
          </a:xfrm>
          <a:prstGeom prst="rect">
            <a:avLst/>
          </a:prstGeom>
        </p:spPr>
      </p:pic>
      <p:pic>
        <p:nvPicPr>
          <p:cNvPr id="2097288" name="图片 18"/>
          <p:cNvPicPr>
            <a:picLocks noChangeAspect="1"/>
          </p:cNvPicPr>
          <p:nvPr/>
        </p:nvPicPr>
        <p:blipFill>
          <a:blip r:embed="rId4"/>
          <a:srcRect/>
          <a:stretch>
            <a:fillRect/>
          </a:stretch>
        </p:blipFill>
        <p:spPr>
          <a:xfrm>
            <a:off x="3061838" y="2623192"/>
            <a:ext cx="2411513" cy="1042615"/>
          </a:xfrm>
          <a:prstGeom prst="rect">
            <a:avLst/>
          </a:prstGeom>
        </p:spPr>
      </p:pic>
      <p:pic>
        <p:nvPicPr>
          <p:cNvPr id="2097289" name="图片 4"/>
          <p:cNvPicPr>
            <a:picLocks noChangeAspect="1"/>
          </p:cNvPicPr>
          <p:nvPr/>
        </p:nvPicPr>
        <p:blipFill>
          <a:blip r:embed="rId5"/>
          <a:srcRect/>
          <a:stretch>
            <a:fillRect/>
          </a:stretch>
        </p:blipFill>
        <p:spPr>
          <a:xfrm>
            <a:off x="5577506" y="2667830"/>
            <a:ext cx="2423203" cy="698265"/>
          </a:xfrm>
          <a:prstGeom prst="rect">
            <a:avLst/>
          </a:prstGeom>
        </p:spPr>
      </p:pic>
      <p:sp>
        <p:nvSpPr>
          <p:cNvPr id="1048777" name="文本框 6"/>
          <p:cNvSpPr txBox="1"/>
          <p:nvPr/>
        </p:nvSpPr>
        <p:spPr>
          <a:xfrm>
            <a:off x="391531" y="4167593"/>
            <a:ext cx="8584306" cy="731521"/>
          </a:xfrm>
          <a:prstGeom prst="rect">
            <a:avLst/>
          </a:prstGeom>
          <a:noFill/>
        </p:spPr>
        <p:txBody>
          <a:bodyPr wrap="square" rtlCol="0">
            <a:spAutoFit/>
          </a:bodyPr>
          <a:p>
            <a:pPr>
              <a:lnSpc>
                <a:spcPct val="140000"/>
              </a:lnSpc>
            </a:pPr>
            <a:r>
              <a:rPr lang="zh-CN" sz="1595" b="1">
                <a:solidFill>
                  <a:schemeClr val="tx1"/>
                </a:solidFill>
              </a:rPr>
              <a:t>用户</a:t>
            </a:r>
            <a:r>
              <a:rPr lang="zh-CN" sz="1595" b="1">
                <a:sym typeface="+mn-ea"/>
              </a:rPr>
              <a:t>体验不好</a:t>
            </a:r>
            <a:r>
              <a:rPr lang="zh-CN" sz="1595" b="1">
                <a:solidFill>
                  <a:schemeClr val="tx1"/>
                </a:solidFill>
              </a:rPr>
              <a:t>的表达方式：</a:t>
            </a:r>
            <a:endParaRPr lang="zh-CN" sz="1595" b="1">
              <a:solidFill>
                <a:schemeClr val="tx1"/>
              </a:solidFill>
            </a:endParaRPr>
          </a:p>
          <a:p>
            <a:pPr>
              <a:lnSpc>
                <a:spcPct val="140000"/>
              </a:lnSpc>
            </a:pPr>
            <a:endParaRPr lang="zh-CN" sz="1595">
              <a:solidFill>
                <a:schemeClr val="tx1"/>
              </a:solidFill>
            </a:endParaRPr>
          </a:p>
        </p:txBody>
      </p:sp>
      <p:pic>
        <p:nvPicPr>
          <p:cNvPr id="2097290" name="图片 7"/>
          <p:cNvPicPr>
            <a:picLocks noChangeAspect="1"/>
          </p:cNvPicPr>
          <p:nvPr/>
        </p:nvPicPr>
        <p:blipFill>
          <a:blip r:embed="rId6"/>
          <a:stretch>
            <a:fillRect/>
          </a:stretch>
        </p:blipFill>
        <p:spPr>
          <a:xfrm>
            <a:off x="5523799" y="3365888"/>
            <a:ext cx="3189051" cy="430269"/>
          </a:xfrm>
          <a:prstGeom prst="rect">
            <a:avLst/>
          </a:prstGeom>
        </p:spPr>
      </p:pic>
      <p:pic>
        <p:nvPicPr>
          <p:cNvPr id="2097291" name="图片 8"/>
          <p:cNvPicPr>
            <a:picLocks noChangeAspect="1"/>
          </p:cNvPicPr>
          <p:nvPr/>
        </p:nvPicPr>
        <p:blipFill>
          <a:blip r:embed="rId7"/>
          <a:stretch>
            <a:fillRect/>
          </a:stretch>
        </p:blipFill>
        <p:spPr>
          <a:xfrm>
            <a:off x="500059" y="3624611"/>
            <a:ext cx="3527079" cy="370088"/>
          </a:xfrm>
          <a:prstGeom prst="rect">
            <a:avLst/>
          </a:prstGeom>
        </p:spPr>
      </p:pic>
      <p:pic>
        <p:nvPicPr>
          <p:cNvPr id="2097292" name="图片 9"/>
          <p:cNvPicPr>
            <a:picLocks noChangeAspect="1"/>
          </p:cNvPicPr>
          <p:nvPr/>
        </p:nvPicPr>
        <p:blipFill>
          <a:blip r:embed="rId8"/>
          <a:stretch>
            <a:fillRect/>
          </a:stretch>
        </p:blipFill>
        <p:spPr>
          <a:xfrm>
            <a:off x="3942209" y="3682544"/>
            <a:ext cx="4429237" cy="312155"/>
          </a:xfrm>
          <a:prstGeom prst="rect">
            <a:avLst/>
          </a:prstGeom>
        </p:spPr>
      </p:pic>
      <p:sp>
        <p:nvSpPr>
          <p:cNvPr id="1048778" name="圆角矩形 10"/>
          <p:cNvSpPr/>
          <p:nvPr/>
        </p:nvSpPr>
        <p:spPr>
          <a:xfrm>
            <a:off x="438753" y="2126826"/>
            <a:ext cx="782920" cy="317780"/>
          </a:xfrm>
          <a:prstGeom prst="roundRect">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595">
                <a:solidFill>
                  <a:schemeClr val="bg2"/>
                </a:solidFill>
              </a:rPr>
              <a:t> </a:t>
            </a:r>
            <a:r>
              <a:rPr lang="en-US" altLang="zh-CN" sz="1595">
                <a:solidFill>
                  <a:schemeClr val="bg2"/>
                </a:solidFill>
                <a:sym typeface="+mn-ea"/>
              </a:rPr>
              <a:t>Q</a:t>
            </a:r>
            <a:r>
              <a:rPr lang="zh-CN" altLang="en-US" sz="1595">
                <a:solidFill>
                  <a:schemeClr val="bg2"/>
                </a:solidFill>
                <a:sym typeface="+mn-ea"/>
              </a:rPr>
              <a:t>弹</a:t>
            </a:r>
            <a:endParaRPr lang="zh-CN" altLang="en-US" sz="1595">
              <a:solidFill>
                <a:schemeClr val="bg2"/>
              </a:solidFill>
              <a:sym typeface="+mn-ea"/>
            </a:endParaRPr>
          </a:p>
        </p:txBody>
      </p:sp>
      <p:sp>
        <p:nvSpPr>
          <p:cNvPr id="1048779" name="圆角矩形 11"/>
          <p:cNvSpPr/>
          <p:nvPr/>
        </p:nvSpPr>
        <p:spPr>
          <a:xfrm>
            <a:off x="1284104" y="2126826"/>
            <a:ext cx="782920" cy="317780"/>
          </a:xfrm>
          <a:prstGeom prst="roundRect">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595">
                <a:solidFill>
                  <a:schemeClr val="bg2"/>
                </a:solidFill>
              </a:rPr>
              <a:t> </a:t>
            </a:r>
            <a:r>
              <a:rPr lang="zh-CN" altLang="en-US" sz="1595">
                <a:solidFill>
                  <a:schemeClr val="bg2"/>
                </a:solidFill>
                <a:sym typeface="+mn-ea"/>
              </a:rPr>
              <a:t>紧实</a:t>
            </a:r>
            <a:endParaRPr lang="zh-CN" altLang="en-US" sz="1595">
              <a:solidFill>
                <a:schemeClr val="bg2"/>
              </a:solidFill>
              <a:sym typeface="+mn-ea"/>
            </a:endParaRPr>
          </a:p>
        </p:txBody>
      </p:sp>
      <p:sp>
        <p:nvSpPr>
          <p:cNvPr id="1048780" name="圆角矩形 12"/>
          <p:cNvSpPr/>
          <p:nvPr/>
        </p:nvSpPr>
        <p:spPr>
          <a:xfrm>
            <a:off x="2129455" y="2126826"/>
            <a:ext cx="1242999" cy="317780"/>
          </a:xfrm>
          <a:prstGeom prst="roundRect">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595">
                <a:solidFill>
                  <a:schemeClr val="bg2"/>
                </a:solidFill>
              </a:rPr>
              <a:t> </a:t>
            </a:r>
            <a:r>
              <a:rPr lang="zh-CN" altLang="en-US" sz="1595">
                <a:solidFill>
                  <a:schemeClr val="bg2"/>
                </a:solidFill>
                <a:sym typeface="+mn-ea"/>
              </a:rPr>
              <a:t>肉质饱满</a:t>
            </a:r>
            <a:endParaRPr lang="zh-CN" altLang="en-US" sz="1595">
              <a:solidFill>
                <a:schemeClr val="bg2"/>
              </a:solidFill>
              <a:sym typeface="+mn-ea"/>
            </a:endParaRPr>
          </a:p>
        </p:txBody>
      </p:sp>
      <p:sp>
        <p:nvSpPr>
          <p:cNvPr id="1048781" name="圆角矩形 14"/>
          <p:cNvSpPr/>
          <p:nvPr/>
        </p:nvSpPr>
        <p:spPr>
          <a:xfrm>
            <a:off x="3434885" y="2126826"/>
            <a:ext cx="976963" cy="317780"/>
          </a:xfrm>
          <a:prstGeom prst="roundRect">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595">
                <a:solidFill>
                  <a:schemeClr val="bg2"/>
                </a:solidFill>
              </a:rPr>
              <a:t> </a:t>
            </a:r>
            <a:r>
              <a:rPr lang="zh-CN" altLang="en-US" sz="1595">
                <a:solidFill>
                  <a:schemeClr val="bg2"/>
                </a:solidFill>
                <a:sym typeface="+mn-ea"/>
              </a:rPr>
              <a:t>个头大</a:t>
            </a:r>
            <a:endParaRPr lang="zh-CN" altLang="en-US" sz="1595">
              <a:solidFill>
                <a:schemeClr val="bg2"/>
              </a:solidFill>
              <a:sym typeface="+mn-ea"/>
            </a:endParaRPr>
          </a:p>
        </p:txBody>
      </p:sp>
      <p:sp>
        <p:nvSpPr>
          <p:cNvPr id="1048782" name="圆角矩形 15"/>
          <p:cNvSpPr/>
          <p:nvPr/>
        </p:nvSpPr>
        <p:spPr>
          <a:xfrm>
            <a:off x="4474280" y="2126826"/>
            <a:ext cx="976963" cy="317780"/>
          </a:xfrm>
          <a:prstGeom prst="roundRect">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595">
                <a:solidFill>
                  <a:schemeClr val="bg2"/>
                </a:solidFill>
              </a:rPr>
              <a:t> </a:t>
            </a:r>
            <a:r>
              <a:rPr lang="zh-CN" altLang="en-US" sz="1595">
                <a:solidFill>
                  <a:schemeClr val="bg2"/>
                </a:solidFill>
                <a:sym typeface="+mn-ea"/>
              </a:rPr>
              <a:t>壳好剥</a:t>
            </a:r>
            <a:endParaRPr lang="zh-CN" altLang="en-US" sz="1595">
              <a:solidFill>
                <a:schemeClr val="bg2"/>
              </a:solidFill>
              <a:sym typeface="+mn-ea"/>
            </a:endParaRPr>
          </a:p>
        </p:txBody>
      </p:sp>
      <p:sp>
        <p:nvSpPr>
          <p:cNvPr id="1048783" name="圆角矩形 16"/>
          <p:cNvSpPr/>
          <p:nvPr/>
        </p:nvSpPr>
        <p:spPr>
          <a:xfrm>
            <a:off x="5513674" y="2126826"/>
            <a:ext cx="1164257" cy="317780"/>
          </a:xfrm>
          <a:prstGeom prst="roundRect">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595">
                <a:solidFill>
                  <a:schemeClr val="bg2"/>
                </a:solidFill>
              </a:rPr>
              <a:t> </a:t>
            </a:r>
            <a:r>
              <a:rPr lang="zh-CN" altLang="en-US" sz="1595">
                <a:solidFill>
                  <a:schemeClr val="bg2"/>
                </a:solidFill>
                <a:sym typeface="+mn-ea"/>
              </a:rPr>
              <a:t>肥满多汁</a:t>
            </a:r>
            <a:endParaRPr lang="zh-CN" altLang="en-US" sz="1595">
              <a:solidFill>
                <a:schemeClr val="bg2"/>
              </a:solidFill>
              <a:sym typeface="+mn-ea"/>
            </a:endParaRPr>
          </a:p>
        </p:txBody>
      </p:sp>
      <p:sp>
        <p:nvSpPr>
          <p:cNvPr id="1048784" name="圆角矩形 17"/>
          <p:cNvSpPr/>
          <p:nvPr/>
        </p:nvSpPr>
        <p:spPr>
          <a:xfrm>
            <a:off x="438753" y="4661193"/>
            <a:ext cx="8721801" cy="753111"/>
          </a:xfrm>
          <a:prstGeom prst="roundRect">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nSpc>
                <a:spcPct val="110000"/>
              </a:lnSpc>
            </a:pPr>
            <a:r>
              <a:rPr lang="en-US" altLang="zh-CN" sz="1595">
                <a:solidFill>
                  <a:schemeClr val="bg2"/>
                </a:solidFill>
              </a:rPr>
              <a:t> </a:t>
            </a:r>
            <a:r>
              <a:rPr lang="zh-CN" sz="1595">
                <a:solidFill>
                  <a:schemeClr val="bg2"/>
                </a:solidFill>
                <a:sym typeface="+mn-ea"/>
              </a:rPr>
              <a:t>不新鲜：肉不紧实松软，不Q弹，软绵绵，</a:t>
            </a:r>
            <a:r>
              <a:rPr lang="zh-CN" sz="1595">
                <a:sym typeface="+mn-ea"/>
              </a:rPr>
              <a:t>肉质柴 面、肉碎、肉质不Q弹、硬硬的肉，肉质分离，不新鲜是预制品，不是活虾肉没弹性；</a:t>
            </a:r>
            <a:endParaRPr lang="zh-CN" altLang="en-US" sz="1595">
              <a:solidFill>
                <a:schemeClr val="bg2"/>
              </a:solidFill>
              <a:sym typeface="+mn-ea"/>
            </a:endParaRPr>
          </a:p>
        </p:txBody>
      </p:sp>
      <p:sp>
        <p:nvSpPr>
          <p:cNvPr id="1048785" name="圆角矩形 19"/>
          <p:cNvSpPr/>
          <p:nvPr/>
        </p:nvSpPr>
        <p:spPr>
          <a:xfrm>
            <a:off x="438753" y="5480111"/>
            <a:ext cx="8721801" cy="560756"/>
          </a:xfrm>
          <a:prstGeom prst="roundRect">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nSpc>
                <a:spcPct val="140000"/>
              </a:lnSpc>
            </a:pPr>
            <a:r>
              <a:rPr lang="zh-CN" sz="1595">
                <a:solidFill>
                  <a:schemeClr val="bg2"/>
                </a:solidFill>
                <a:sym typeface="+mn-ea"/>
              </a:rPr>
              <a:t>个头小，肉少，有腥味，有黑黑的虾线，不好吃、不入味</a:t>
            </a:r>
            <a:endParaRPr lang="en-US" altLang="zh-CN" sz="1595">
              <a:solidFill>
                <a:schemeClr val="bg2"/>
              </a:solidFill>
              <a:sym typeface="+mn-ea"/>
            </a:endParaRPr>
          </a:p>
        </p:txBody>
      </p:sp>
      <p:sp>
        <p:nvSpPr>
          <p:cNvPr id="1048786" name="圆角矩形 20"/>
          <p:cNvSpPr/>
          <p:nvPr/>
        </p:nvSpPr>
        <p:spPr>
          <a:xfrm>
            <a:off x="6740362" y="2126826"/>
            <a:ext cx="1164257" cy="317780"/>
          </a:xfrm>
          <a:prstGeom prst="roundRect">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595">
                <a:solidFill>
                  <a:schemeClr val="bg2"/>
                </a:solidFill>
              </a:rPr>
              <a:t> </a:t>
            </a:r>
            <a:r>
              <a:rPr lang="zh-CN" altLang="en-US" sz="1595">
                <a:solidFill>
                  <a:schemeClr val="bg2"/>
                </a:solidFill>
              </a:rPr>
              <a:t>干净</a:t>
            </a:r>
            <a:endParaRPr lang="zh-CN" altLang="en-US" sz="1595">
              <a:solidFill>
                <a:schemeClr val="bg2"/>
              </a:solidFill>
              <a:sym typeface="+mn-ea"/>
            </a:endParaRPr>
          </a:p>
        </p:txBody>
      </p:sp>
      <p:sp>
        <p:nvSpPr>
          <p:cNvPr id="1048787" name="圆角矩形 24"/>
          <p:cNvSpPr/>
          <p:nvPr/>
        </p:nvSpPr>
        <p:spPr>
          <a:xfrm>
            <a:off x="7967050" y="2126826"/>
            <a:ext cx="1164257" cy="317780"/>
          </a:xfrm>
          <a:prstGeom prst="roundRect">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595">
                <a:solidFill>
                  <a:schemeClr val="bg2"/>
                </a:solidFill>
              </a:rPr>
              <a:t> </a:t>
            </a:r>
            <a:r>
              <a:rPr lang="zh-CN" altLang="en-US" sz="1595">
                <a:solidFill>
                  <a:schemeClr val="bg2"/>
                </a:solidFill>
              </a:rPr>
              <a:t>入味</a:t>
            </a:r>
            <a:endParaRPr lang="zh-CN" altLang="en-US" sz="1595">
              <a:solidFill>
                <a:schemeClr val="bg2"/>
              </a:solidFill>
              <a:sym typeface="+mn-ea"/>
            </a:endParaRPr>
          </a:p>
        </p:txBody>
      </p:sp>
      <p:sp>
        <p:nvSpPr>
          <p:cNvPr id="1048788" name="标题 1"/>
          <p:cNvSpPr>
            <a:spLocks noGrp="1"/>
          </p:cNvSpPr>
          <p:nvPr>
            <p:ph type="ctrTitle"/>
          </p:nvPr>
        </p:nvSpPr>
        <p:spPr>
          <a:xfrm>
            <a:off x="-635" y="88900"/>
            <a:ext cx="11519535" cy="858520"/>
          </a:xfrm>
        </p:spPr>
        <p:txBody>
          <a:bodyPr>
            <a:noAutofit/>
          </a:bodyPr>
          <a:p>
            <a:pPr algn="ctr">
              <a:lnSpc>
                <a:spcPct val="100000"/>
              </a:lnSpc>
              <a:spcBef>
                <a:spcPts val="745"/>
              </a:spcBef>
            </a:pPr>
            <a:r>
              <a:rPr lang="zh-CN" altLang="en-US" sz="3600" dirty="0">
                <a:solidFill>
                  <a:schemeClr val="tx1"/>
                </a:solidFill>
                <a:latin typeface="微软雅黑" panose="020B0503020204020204" charset="-122"/>
                <a:ea typeface="微软雅黑" panose="020B0503020204020204" charset="-122"/>
                <a:sym typeface="+mn-ea"/>
              </a:rPr>
              <a:t>前面的用户价值分析，来源于评论等用户调研</a:t>
            </a:r>
            <a:endParaRPr lang="zh-CN" altLang="en-US" sz="3600" dirty="0">
              <a:solidFill>
                <a:schemeClr val="tx1"/>
              </a:solidFill>
              <a:latin typeface="微软雅黑" panose="020B0503020204020204" charset="-122"/>
              <a:ea typeface="微软雅黑" panose="020B0503020204020204" charset="-122"/>
              <a:sym typeface="+mn-ea"/>
            </a:endParaRPr>
          </a:p>
        </p:txBody>
      </p:sp>
      <p:pic>
        <p:nvPicPr>
          <p:cNvPr id="2" name="图片 1" descr="05"/>
          <p:cNvPicPr>
            <a:picLocks noChangeAspect="1"/>
          </p:cNvPicPr>
          <p:nvPr/>
        </p:nvPicPr>
        <p:blipFill>
          <a:blip r:embed="rId9"/>
          <a:stretch>
            <a:fillRect/>
          </a:stretch>
        </p:blipFill>
        <p:spPr>
          <a:xfrm>
            <a:off x="9831705" y="1030605"/>
            <a:ext cx="1414145" cy="141414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64" name=""/>
        <p:cNvGrpSpPr/>
        <p:nvPr/>
      </p:nvGrpSpPr>
      <p:grpSpPr/>
      <p:pic>
        <p:nvPicPr>
          <p:cNvPr id="2097312" name="图片 1"/>
          <p:cNvPicPr>
            <a:picLocks noChangeAspect="1"/>
          </p:cNvPicPr>
          <p:nvPr/>
        </p:nvPicPr>
        <p:blipFill>
          <a:blip r:embed="rId1"/>
          <a:srcRect/>
          <a:stretch>
            <a:fillRect/>
          </a:stretch>
        </p:blipFill>
        <p:spPr>
          <a:xfrm>
            <a:off x="906300" y="907248"/>
            <a:ext cx="9097229" cy="4844469"/>
          </a:xfrm>
          <a:prstGeom prst="rect">
            <a:avLst/>
          </a:prstGeom>
        </p:spPr>
      </p:pic>
      <p:sp>
        <p:nvSpPr>
          <p:cNvPr id="1048795" name="标题 1"/>
          <p:cNvSpPr txBox="1"/>
          <p:nvPr/>
        </p:nvSpPr>
        <p:spPr>
          <a:xfrm>
            <a:off x="686490" y="233060"/>
            <a:ext cx="3877233" cy="496730"/>
          </a:xfrm>
          <a:prstGeom prst="rect">
            <a:avLst/>
          </a:prstGeom>
        </p:spPr>
        <p:txBody>
          <a:bodyPr vert="horz" lIns="80994" tIns="40497" rIns="80994" bIns="40497" rtlCol="0" anchor="b">
            <a:noAutofit/>
          </a:bodyPr>
          <a:lstStyle>
            <a:lvl1pPr algn="ctr" defTabSz="975360" rtl="0" eaLnBrk="1" latinLnBrk="0" hangingPunct="1">
              <a:lnSpc>
                <a:spcPct val="90000"/>
              </a:lnSpc>
              <a:spcBef>
                <a:spcPct val="0"/>
              </a:spcBef>
              <a:buNone/>
              <a:defRPr sz="6400" kern="1200">
                <a:solidFill>
                  <a:schemeClr val="tx1"/>
                </a:solidFill>
                <a:latin typeface="+mj-lt"/>
                <a:ea typeface="+mj-ea"/>
                <a:cs typeface="+mj-cs"/>
              </a:defRPr>
            </a:lvl1pPr>
          </a:lstStyle>
          <a:p>
            <a:pPr algn="l">
              <a:lnSpc>
                <a:spcPct val="130000"/>
              </a:lnSpc>
              <a:spcBef>
                <a:spcPts val="1175"/>
              </a:spcBef>
            </a:pPr>
            <a:r>
              <a:rPr lang="zh-CN" altLang="en-US" sz="2835" b="1" dirty="0">
                <a:solidFill>
                  <a:schemeClr val="tx1"/>
                </a:solidFill>
                <a:latin typeface="微软雅黑" panose="020B0503020204020204" charset="-122"/>
                <a:ea typeface="微软雅黑" panose="020B0503020204020204" charset="-122"/>
              </a:rPr>
              <a:t>消费者购买关注点</a:t>
            </a:r>
            <a:endParaRPr lang="zh-CN" altLang="en-US" sz="2835" b="1" dirty="0">
              <a:solidFill>
                <a:schemeClr val="tx1"/>
              </a:solidFill>
              <a:latin typeface="微软雅黑" panose="020B0503020204020204" charset="-122"/>
              <a:ea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83870" y="254000"/>
            <a:ext cx="7918450" cy="735965"/>
          </a:xfrm>
          <a:prstGeom prst="rect">
            <a:avLst/>
          </a:prstGeom>
          <a:noFill/>
        </p:spPr>
        <p:txBody>
          <a:bodyPr wrap="square" rtlCol="0" anchor="t">
            <a:noAutofit/>
          </a:bodyPr>
          <a:p>
            <a:r>
              <a:rPr lang="zh-CN" altLang="en-US" sz="3200" b="1"/>
              <a:t>购买证据分析对比表：确定我们什么最</a:t>
            </a:r>
            <a:r>
              <a:rPr lang="zh-CN" altLang="en-US" sz="3200" b="1"/>
              <a:t>强</a:t>
            </a:r>
            <a:endParaRPr lang="zh-CN" altLang="en-US" sz="3200" b="1"/>
          </a:p>
        </p:txBody>
      </p:sp>
      <p:graphicFrame>
        <p:nvGraphicFramePr>
          <p:cNvPr id="2" name="表格 1"/>
          <p:cNvGraphicFramePr/>
          <p:nvPr>
            <p:custDataLst>
              <p:tags r:id="rId1"/>
            </p:custDataLst>
          </p:nvPr>
        </p:nvGraphicFramePr>
        <p:xfrm>
          <a:off x="483235" y="890905"/>
          <a:ext cx="10734040" cy="5052695"/>
        </p:xfrm>
        <a:graphic>
          <a:graphicData uri="http://schemas.openxmlformats.org/drawingml/2006/table">
            <a:tbl>
              <a:tblPr/>
              <a:tblGrid>
                <a:gridCol w="1460500"/>
                <a:gridCol w="1446530"/>
                <a:gridCol w="2973705"/>
                <a:gridCol w="1084580"/>
                <a:gridCol w="2954020"/>
                <a:gridCol w="814705"/>
              </a:tblGrid>
              <a:tr h="467360">
                <a:tc gridSpan="5">
                  <a:txBody>
                    <a:bodyPr/>
                    <a:p>
                      <a:pPr algn="ctr" fontAlgn="ctr"/>
                      <a:r>
                        <a:rPr lang="en-US" altLang="zh-CN" sz="1200" b="1" i="0">
                          <a:solidFill>
                            <a:srgbClr val="000000"/>
                          </a:solidFill>
                          <a:latin typeface="微软雅黑 Light" panose="020B0502040204020203" charset="-122"/>
                          <a:ea typeface="微软雅黑 Light" panose="020B0502040204020203" charset="-122"/>
                        </a:rPr>
                        <a:t>5</a:t>
                      </a:r>
                      <a:r>
                        <a:rPr lang="zh-CN" altLang="en-US" sz="1200" b="1" i="0">
                          <a:solidFill>
                            <a:srgbClr val="000000"/>
                          </a:solidFill>
                          <a:latin typeface="微软雅黑 Light" panose="020B0502040204020203" charset="-122"/>
                          <a:ea typeface="微软雅黑 Light" panose="020B0502040204020203" charset="-122"/>
                        </a:rPr>
                        <a:t>步大单品之 购买证据分析对比表</a:t>
                      </a:r>
                      <a:br>
                        <a:rPr lang="zh-CN" altLang="en-US" sz="1200" b="1" i="0">
                          <a:solidFill>
                            <a:srgbClr val="000000"/>
                          </a:solidFill>
                          <a:latin typeface="微软雅黑 Light" panose="020B0502040204020203" charset="-122"/>
                          <a:ea typeface="微软雅黑 Light" panose="020B0502040204020203" charset="-122"/>
                        </a:rPr>
                      </a:br>
                      <a:endParaRPr lang="zh-CN" altLang="en-US" sz="1200" b="1" i="0">
                        <a:solidFill>
                          <a:srgbClr val="000000"/>
                        </a:solidFill>
                        <a:latin typeface="微软雅黑 Light" panose="020B0502040204020203" charset="-122"/>
                        <a:ea typeface="微软雅黑 Light" panose="020B0502040204020203" charset="-122"/>
                      </a:endParaRPr>
                    </a:p>
                  </a:txBody>
                  <a:tcPr marL="6667" marR="6667" marT="6667" marB="0" anchor="ctr" anchorCtr="0">
                    <a:lnL>
                      <a:noFill/>
                    </a:lnL>
                    <a:lnR>
                      <a:noFill/>
                    </a:lnR>
                    <a:lnT>
                      <a:noFill/>
                    </a:lnT>
                    <a:lnB w="6350" cap="flat" cmpd="sng">
                      <a:solidFill>
                        <a:srgbClr val="000000"/>
                      </a:solidFill>
                      <a:prstDash val="solid"/>
                      <a:headEnd type="none" w="med" len="med"/>
                      <a:tailEnd type="none" w="med" len="med"/>
                    </a:lnB>
                    <a:noFill/>
                  </a:tcPr>
                </a:tc>
                <a:tc hMerge="1">
                  <a:tcPr>
                    <a:lnT>
                      <a:noFill/>
                    </a:lnT>
                    <a:lnB w="6350" cap="flat" cmpd="sng">
                      <a:solidFill>
                        <a:srgbClr val="000000"/>
                      </a:solidFill>
                      <a:prstDash val="solid"/>
                      <a:headEnd type="none" w="med" len="med"/>
                      <a:tailEnd type="none" w="med" len="med"/>
                    </a:lnB>
                  </a:tcPr>
                </a:tc>
                <a:tc hMerge="1">
                  <a:tcPr>
                    <a:lnT>
                      <a:noFill/>
                    </a:lnT>
                    <a:lnB w="6350" cap="flat" cmpd="sng">
                      <a:solidFill>
                        <a:srgbClr val="000000"/>
                      </a:solidFill>
                      <a:prstDash val="solid"/>
                      <a:headEnd type="none" w="med" len="med"/>
                      <a:tailEnd type="none" w="med" len="med"/>
                    </a:lnB>
                  </a:tcPr>
                </a:tc>
                <a:tc hMerge="1">
                  <a:tcPr>
                    <a:lnT>
                      <a:noFill/>
                    </a:lnT>
                    <a:lnB w="6350" cap="flat" cmpd="sng">
                      <a:solidFill>
                        <a:srgbClr val="000000"/>
                      </a:solidFill>
                      <a:prstDash val="solid"/>
                      <a:headEnd type="none" w="med" len="med"/>
                      <a:tailEnd type="none" w="med" len="med"/>
                    </a:lnB>
                  </a:tcPr>
                </a:tc>
                <a:tc hMerge="1">
                  <a:tcPr>
                    <a:lnR>
                      <a:noFill/>
                    </a:lnR>
                    <a:lnT>
                      <a:noFill/>
                    </a:lnT>
                    <a:lnB w="6350" cap="flat" cmpd="sng">
                      <a:solidFill>
                        <a:srgbClr val="000000"/>
                      </a:solidFill>
                      <a:prstDash val="solid"/>
                      <a:headEnd type="none" w="med" len="med"/>
                      <a:tailEnd type="none" w="med" len="med"/>
                    </a:lnB>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a:noFill/>
                    </a:lnL>
                    <a:lnR>
                      <a:noFill/>
                    </a:lnR>
                    <a:lnT>
                      <a:noFill/>
                    </a:lnT>
                    <a:lnB w="6350" cap="flat" cmpd="sng">
                      <a:solidFill>
                        <a:srgbClr val="000000"/>
                      </a:solidFill>
                      <a:prstDash val="solid"/>
                      <a:headEnd type="none" w="med" len="med"/>
                      <a:tailEnd type="none" w="med" len="med"/>
                    </a:lnB>
                    <a:noFill/>
                  </a:tcPr>
                </a:tc>
              </a:tr>
              <a:tr h="638810">
                <a:tc>
                  <a:txBody>
                    <a:bodyPr/>
                    <a:p>
                      <a:pPr algn="l" fontAlgn="ctr"/>
                      <a:r>
                        <a:rPr lang="zh-CN" altLang="en-US" sz="1100" b="0" i="0">
                          <a:solidFill>
                            <a:srgbClr val="000000"/>
                          </a:solidFill>
                          <a:latin typeface="微软雅黑 Light" panose="020B0502040204020203" charset="-122"/>
                          <a:ea typeface="微软雅黑 Light" panose="020B0502040204020203" charset="-122"/>
                        </a:rPr>
                        <a:t>购买证据</a:t>
                      </a:r>
                      <a:br>
                        <a:rPr lang="zh-CN" altLang="en-US" sz="1100" b="0" i="0">
                          <a:solidFill>
                            <a:srgbClr val="000000"/>
                          </a:solidFill>
                          <a:latin typeface="微软雅黑 Light" panose="020B0502040204020203" charset="-122"/>
                          <a:ea typeface="微软雅黑 Light" panose="020B0502040204020203" charset="-122"/>
                        </a:rPr>
                      </a:br>
                      <a:r>
                        <a:rPr lang="zh-CN" altLang="en-US" sz="1100" b="0" i="0">
                          <a:solidFill>
                            <a:srgbClr val="000000"/>
                          </a:solidFill>
                          <a:latin typeface="微软雅黑 Light" panose="020B0502040204020203" charset="-122"/>
                          <a:ea typeface="微软雅黑 Light" panose="020B0502040204020203" charset="-122"/>
                        </a:rPr>
                        <a:t>（产品在哪方面有什么特性？）</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a:txBody>
                    <a:bodyPr/>
                    <a:p>
                      <a:pPr algn="l" fontAlgn="ctr"/>
                      <a:r>
                        <a:rPr lang="zh-CN" altLang="en-US" sz="1100" b="0" i="0">
                          <a:solidFill>
                            <a:srgbClr val="000000"/>
                          </a:solidFill>
                          <a:latin typeface="微软雅黑 Light" panose="020B0502040204020203" charset="-122"/>
                          <a:ea typeface="微软雅黑 Light" panose="020B0502040204020203" charset="-122"/>
                        </a:rPr>
                        <a:t>用户价值</a:t>
                      </a:r>
                      <a:br>
                        <a:rPr lang="zh-CN" altLang="en-US" sz="1100" b="0" i="0">
                          <a:solidFill>
                            <a:srgbClr val="000000"/>
                          </a:solidFill>
                          <a:latin typeface="微软雅黑 Light" panose="020B0502040204020203" charset="-122"/>
                          <a:ea typeface="微软雅黑 Light" panose="020B0502040204020203" charset="-122"/>
                        </a:rPr>
                      </a:br>
                      <a:r>
                        <a:rPr lang="zh-CN" altLang="en-US" sz="1100" b="0" i="0">
                          <a:solidFill>
                            <a:srgbClr val="000000"/>
                          </a:solidFill>
                          <a:latin typeface="微软雅黑 Light" panose="020B0502040204020203" charset="-122"/>
                          <a:ea typeface="微软雅黑 Light" panose="020B0502040204020203" charset="-122"/>
                        </a:rPr>
                        <a:t>（产生什么样的用户价值？）</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a:txBody>
                    <a:bodyPr/>
                    <a:p>
                      <a:pPr algn="l" fontAlgn="ctr"/>
                      <a:r>
                        <a:rPr lang="zh-CN" altLang="en-US" sz="1100" b="0" i="0">
                          <a:solidFill>
                            <a:srgbClr val="000000"/>
                          </a:solidFill>
                          <a:latin typeface="微软雅黑 Light" panose="020B0502040204020203" charset="-122"/>
                          <a:ea typeface="微软雅黑 Light" panose="020B0502040204020203" charset="-122"/>
                        </a:rPr>
                        <a:t>我方产品优点</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a:txBody>
                    <a:bodyPr/>
                    <a:p>
                      <a:pPr algn="l" fontAlgn="ctr"/>
                      <a:r>
                        <a:rPr lang="zh-CN" altLang="en-US" sz="1100" b="0" i="0">
                          <a:solidFill>
                            <a:srgbClr val="000000"/>
                          </a:solidFill>
                          <a:latin typeface="微软雅黑 Light" panose="020B0502040204020203" charset="-122"/>
                          <a:ea typeface="微软雅黑 Light" panose="020B0502040204020203" charset="-122"/>
                        </a:rPr>
                        <a:t>我方打分</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a:txBody>
                    <a:bodyPr/>
                    <a:p>
                      <a:pPr algn="l" fontAlgn="ctr"/>
                      <a:r>
                        <a:rPr lang="zh-CN" altLang="en-US" sz="1100" b="0" i="0">
                          <a:solidFill>
                            <a:srgbClr val="000000"/>
                          </a:solidFill>
                          <a:latin typeface="微软雅黑 Light" panose="020B0502040204020203" charset="-122"/>
                          <a:ea typeface="微软雅黑 Light" panose="020B0502040204020203" charset="-122"/>
                        </a:rPr>
                        <a:t>核心竞品优点</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a:txBody>
                    <a:bodyPr/>
                    <a:p>
                      <a:pPr algn="l" fontAlgn="ctr"/>
                      <a:r>
                        <a:rPr lang="zh-CN" altLang="en-US" sz="1100" b="0" i="0">
                          <a:solidFill>
                            <a:srgbClr val="000000"/>
                          </a:solidFill>
                          <a:latin typeface="微软雅黑 Light" panose="020B0502040204020203" charset="-122"/>
                          <a:ea typeface="微软雅黑 Light" panose="020B0502040204020203" charset="-122"/>
                        </a:rPr>
                        <a:t>竞品打分</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r>
              <a:tr h="263525">
                <a:tc>
                  <a:txBody>
                    <a:bodyPr/>
                    <a:p>
                      <a:pPr algn="l" fontAlgn="ctr"/>
                      <a:r>
                        <a:rPr lang="zh-CN" altLang="en-US" sz="1100" b="0" i="0">
                          <a:solidFill>
                            <a:srgbClr val="000000"/>
                          </a:solidFill>
                          <a:latin typeface="微软雅黑 Light" panose="020B0502040204020203" charset="-122"/>
                          <a:ea typeface="微软雅黑 Light" panose="020B0502040204020203" charset="-122"/>
                        </a:rPr>
                        <a:t>品牌优势</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100" b="0" i="0">
                          <a:solidFill>
                            <a:srgbClr val="000000"/>
                          </a:solidFill>
                          <a:latin typeface="微软雅黑 Light" panose="020B0502040204020203" charset="-122"/>
                          <a:ea typeface="微软雅黑 Light" panose="020B0502040204020203" charset="-122"/>
                        </a:rPr>
                        <a:t>好有面子？</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100" b="0" i="0">
                          <a:solidFill>
                            <a:srgbClr val="000000"/>
                          </a:solidFill>
                          <a:latin typeface="微软雅黑 Light" panose="020B0502040204020203" charset="-122"/>
                          <a:ea typeface="微软雅黑 Light" panose="020B0502040204020203" charset="-122"/>
                        </a:rPr>
                        <a:t>10</a:t>
                      </a:r>
                      <a:endParaRPr lang="en-US" altLang="zh-CN"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100" b="0" i="0">
                          <a:solidFill>
                            <a:srgbClr val="000000"/>
                          </a:solidFill>
                          <a:latin typeface="微软雅黑 Light" panose="020B0502040204020203" charset="-122"/>
                          <a:ea typeface="微软雅黑 Light" panose="020B0502040204020203" charset="-122"/>
                        </a:rPr>
                        <a:t>10</a:t>
                      </a:r>
                      <a:endParaRPr lang="en-US" altLang="zh-CN"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62890">
                <a:tc>
                  <a:txBody>
                    <a:bodyPr/>
                    <a:p>
                      <a:pPr algn="l" fontAlgn="ctr"/>
                      <a:r>
                        <a:rPr lang="zh-CN" altLang="en-US" sz="1100" b="0" i="0">
                          <a:solidFill>
                            <a:srgbClr val="000000"/>
                          </a:solidFill>
                          <a:latin typeface="微软雅黑 Light" panose="020B0502040204020203" charset="-122"/>
                          <a:ea typeface="微软雅黑 Light" panose="020B0502040204020203" charset="-122"/>
                        </a:rPr>
                        <a:t>基地优势</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100" b="0" i="0">
                          <a:solidFill>
                            <a:srgbClr val="000000"/>
                          </a:solidFill>
                          <a:latin typeface="微软雅黑 Light" panose="020B0502040204020203" charset="-122"/>
                          <a:ea typeface="微软雅黑 Light" panose="020B0502040204020203" charset="-122"/>
                        </a:rPr>
                        <a:t>好健康？</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100" b="0" i="0">
                          <a:solidFill>
                            <a:srgbClr val="000000"/>
                          </a:solidFill>
                          <a:latin typeface="微软雅黑 Light" panose="020B0502040204020203" charset="-122"/>
                          <a:ea typeface="微软雅黑 Light" panose="020B0502040204020203" charset="-122"/>
                        </a:rPr>
                        <a:t>10</a:t>
                      </a:r>
                      <a:endParaRPr lang="en-US" altLang="zh-CN"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100" b="0" i="0">
                          <a:solidFill>
                            <a:srgbClr val="000000"/>
                          </a:solidFill>
                          <a:latin typeface="微软雅黑 Light" panose="020B0502040204020203" charset="-122"/>
                          <a:ea typeface="微软雅黑 Light" panose="020B0502040204020203" charset="-122"/>
                        </a:rPr>
                        <a:t>10</a:t>
                      </a:r>
                      <a:endParaRPr lang="en-US" altLang="zh-CN"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62890">
                <a:tc>
                  <a:txBody>
                    <a:bodyPr/>
                    <a:p>
                      <a:pPr algn="l" fontAlgn="ctr"/>
                      <a:r>
                        <a:rPr lang="zh-CN" altLang="en-US" sz="1100" b="0" i="0">
                          <a:solidFill>
                            <a:srgbClr val="000000"/>
                          </a:solidFill>
                          <a:latin typeface="微软雅黑 Light" panose="020B0502040204020203" charset="-122"/>
                          <a:ea typeface="微软雅黑 Light" panose="020B0502040204020203" charset="-122"/>
                        </a:rPr>
                        <a:t>原料优势</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100" b="0" i="0">
                          <a:solidFill>
                            <a:srgbClr val="000000"/>
                          </a:solidFill>
                          <a:latin typeface="微软雅黑 Light" panose="020B0502040204020203" charset="-122"/>
                          <a:ea typeface="微软雅黑 Light" panose="020B0502040204020203" charset="-122"/>
                        </a:rPr>
                        <a:t>好吃？</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100" b="0" i="0">
                          <a:solidFill>
                            <a:srgbClr val="000000"/>
                          </a:solidFill>
                          <a:latin typeface="微软雅黑 Light" panose="020B0502040204020203" charset="-122"/>
                          <a:ea typeface="微软雅黑 Light" panose="020B0502040204020203" charset="-122"/>
                        </a:rPr>
                        <a:t>10</a:t>
                      </a:r>
                      <a:endParaRPr lang="en-US" altLang="zh-CN"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100" b="0" i="0">
                          <a:solidFill>
                            <a:srgbClr val="000000"/>
                          </a:solidFill>
                          <a:latin typeface="微软雅黑 Light" panose="020B0502040204020203" charset="-122"/>
                          <a:ea typeface="微软雅黑 Light" panose="020B0502040204020203" charset="-122"/>
                        </a:rPr>
                        <a:t>10</a:t>
                      </a:r>
                      <a:endParaRPr lang="en-US" altLang="zh-CN"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62890">
                <a:tc>
                  <a:txBody>
                    <a:bodyPr/>
                    <a:p>
                      <a:pPr algn="l" fontAlgn="ctr"/>
                      <a:r>
                        <a:rPr lang="zh-CN" altLang="en-US" sz="1100" b="0" i="0">
                          <a:solidFill>
                            <a:srgbClr val="000000"/>
                          </a:solidFill>
                          <a:latin typeface="微软雅黑 Light" panose="020B0502040204020203" charset="-122"/>
                          <a:ea typeface="微软雅黑 Light" panose="020B0502040204020203" charset="-122"/>
                        </a:rPr>
                        <a:t>口味优势</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100" b="0" i="0">
                          <a:solidFill>
                            <a:srgbClr val="000000"/>
                          </a:solidFill>
                          <a:latin typeface="微软雅黑 Light" panose="020B0502040204020203" charset="-122"/>
                          <a:ea typeface="微软雅黑 Light" panose="020B0502040204020203" charset="-122"/>
                        </a:rPr>
                        <a:t>好吃？</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100" b="0" i="0">
                          <a:solidFill>
                            <a:srgbClr val="000000"/>
                          </a:solidFill>
                          <a:latin typeface="微软雅黑 Light" panose="020B0502040204020203" charset="-122"/>
                          <a:ea typeface="微软雅黑 Light" panose="020B0502040204020203" charset="-122"/>
                        </a:rPr>
                        <a:t>10</a:t>
                      </a:r>
                      <a:endParaRPr lang="en-US" altLang="zh-CN"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100" b="0" i="0">
                          <a:solidFill>
                            <a:srgbClr val="000000"/>
                          </a:solidFill>
                          <a:latin typeface="微软雅黑 Light" panose="020B0502040204020203" charset="-122"/>
                          <a:ea typeface="微软雅黑 Light" panose="020B0502040204020203" charset="-122"/>
                        </a:rPr>
                        <a:t>10</a:t>
                      </a:r>
                      <a:endParaRPr lang="en-US" altLang="zh-CN"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63525">
                <a:tc>
                  <a:txBody>
                    <a:bodyPr/>
                    <a:p>
                      <a:pPr algn="l" fontAlgn="ctr"/>
                      <a:r>
                        <a:rPr lang="zh-CN" altLang="en-US" sz="1100" b="0" i="0">
                          <a:solidFill>
                            <a:srgbClr val="000000"/>
                          </a:solidFill>
                          <a:latin typeface="微软雅黑 Light" panose="020B0502040204020203" charset="-122"/>
                          <a:ea typeface="微软雅黑 Light" panose="020B0502040204020203" charset="-122"/>
                        </a:rPr>
                        <a:t>配方优势</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100" b="0" i="0">
                          <a:solidFill>
                            <a:srgbClr val="000000"/>
                          </a:solidFill>
                          <a:latin typeface="微软雅黑 Light" panose="020B0502040204020203" charset="-122"/>
                          <a:ea typeface="微软雅黑 Light" panose="020B0502040204020203" charset="-122"/>
                        </a:rPr>
                        <a:t>好健康？</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100" b="0" i="0">
                          <a:solidFill>
                            <a:srgbClr val="000000"/>
                          </a:solidFill>
                          <a:latin typeface="微软雅黑 Light" panose="020B0502040204020203" charset="-122"/>
                          <a:ea typeface="微软雅黑 Light" panose="020B0502040204020203" charset="-122"/>
                        </a:rPr>
                        <a:t>10</a:t>
                      </a:r>
                      <a:endParaRPr lang="en-US" altLang="zh-CN"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100" b="0" i="0">
                          <a:solidFill>
                            <a:srgbClr val="000000"/>
                          </a:solidFill>
                          <a:latin typeface="微软雅黑 Light" panose="020B0502040204020203" charset="-122"/>
                          <a:ea typeface="微软雅黑 Light" panose="020B0502040204020203" charset="-122"/>
                        </a:rPr>
                        <a:t>10</a:t>
                      </a:r>
                      <a:endParaRPr lang="en-US" altLang="zh-CN"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63525">
                <a:tc>
                  <a:txBody>
                    <a:bodyPr/>
                    <a:p>
                      <a:pPr algn="l" fontAlgn="ctr"/>
                      <a:r>
                        <a:rPr lang="zh-CN" altLang="en-US" sz="1100" b="0" i="0">
                          <a:solidFill>
                            <a:srgbClr val="000000"/>
                          </a:solidFill>
                          <a:latin typeface="微软雅黑 Light" panose="020B0502040204020203" charset="-122"/>
                          <a:ea typeface="微软雅黑 Light" panose="020B0502040204020203" charset="-122"/>
                        </a:rPr>
                        <a:t>工艺优势</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100" b="0" i="0">
                          <a:solidFill>
                            <a:srgbClr val="000000"/>
                          </a:solidFill>
                          <a:latin typeface="微软雅黑 Light" panose="020B0502040204020203" charset="-122"/>
                          <a:ea typeface="微软雅黑 Light" panose="020B0502040204020203" charset="-122"/>
                        </a:rPr>
                        <a:t>好健康？</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100" b="0" i="0">
                          <a:solidFill>
                            <a:srgbClr val="000000"/>
                          </a:solidFill>
                          <a:latin typeface="微软雅黑 Light" panose="020B0502040204020203" charset="-122"/>
                          <a:ea typeface="微软雅黑 Light" panose="020B0502040204020203" charset="-122"/>
                        </a:rPr>
                        <a:t>10</a:t>
                      </a:r>
                      <a:endParaRPr lang="en-US" altLang="zh-CN"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100" b="0" i="0">
                          <a:solidFill>
                            <a:srgbClr val="000000"/>
                          </a:solidFill>
                          <a:latin typeface="微软雅黑 Light" panose="020B0502040204020203" charset="-122"/>
                          <a:ea typeface="微软雅黑 Light" panose="020B0502040204020203" charset="-122"/>
                        </a:rPr>
                        <a:t>10</a:t>
                      </a:r>
                      <a:endParaRPr lang="en-US" altLang="zh-CN"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62255">
                <a:tc>
                  <a:txBody>
                    <a:bodyPr/>
                    <a:p>
                      <a:pPr algn="l" fontAlgn="ctr"/>
                      <a:r>
                        <a:rPr lang="zh-CN" altLang="en-US" sz="1100" b="0" i="0">
                          <a:solidFill>
                            <a:srgbClr val="000000"/>
                          </a:solidFill>
                          <a:latin typeface="微软雅黑 Light" panose="020B0502040204020203" charset="-122"/>
                          <a:ea typeface="微软雅黑 Light" panose="020B0502040204020203" charset="-122"/>
                        </a:rPr>
                        <a:t>价格优势</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100" b="0" i="0">
                          <a:solidFill>
                            <a:srgbClr val="000000"/>
                          </a:solidFill>
                          <a:latin typeface="微软雅黑 Light" panose="020B0502040204020203" charset="-122"/>
                          <a:ea typeface="微软雅黑 Light" panose="020B0502040204020203" charset="-122"/>
                        </a:rPr>
                        <a:t>好便宜？</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100" b="0" i="0">
                          <a:solidFill>
                            <a:srgbClr val="000000"/>
                          </a:solidFill>
                          <a:latin typeface="微软雅黑 Light" panose="020B0502040204020203" charset="-122"/>
                          <a:ea typeface="微软雅黑 Light" panose="020B0502040204020203" charset="-122"/>
                        </a:rPr>
                        <a:t>10</a:t>
                      </a:r>
                      <a:endParaRPr lang="en-US" altLang="zh-CN"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100" b="0" i="0">
                          <a:solidFill>
                            <a:srgbClr val="000000"/>
                          </a:solidFill>
                          <a:latin typeface="微软雅黑 Light" panose="020B0502040204020203" charset="-122"/>
                          <a:ea typeface="微软雅黑 Light" panose="020B0502040204020203" charset="-122"/>
                        </a:rPr>
                        <a:t>10</a:t>
                      </a:r>
                      <a:endParaRPr lang="en-US" altLang="zh-CN"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63525">
                <a:tc>
                  <a:txBody>
                    <a:bodyPr/>
                    <a:p>
                      <a:pPr algn="l" fontAlgn="ctr"/>
                      <a:r>
                        <a:rPr lang="zh-CN" altLang="en-US" sz="1100" b="0" i="0">
                          <a:solidFill>
                            <a:srgbClr val="000000"/>
                          </a:solidFill>
                          <a:latin typeface="微软雅黑 Light" panose="020B0502040204020203" charset="-122"/>
                          <a:ea typeface="微软雅黑 Light" panose="020B0502040204020203" charset="-122"/>
                        </a:rPr>
                        <a:t>师傅优势</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100" b="0" i="0">
                          <a:solidFill>
                            <a:srgbClr val="000000"/>
                          </a:solidFill>
                          <a:latin typeface="微软雅黑 Light" panose="020B0502040204020203" charset="-122"/>
                          <a:ea typeface="微软雅黑 Light" panose="020B0502040204020203" charset="-122"/>
                        </a:rPr>
                        <a:t>好吃？</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100" b="0" i="0">
                          <a:solidFill>
                            <a:srgbClr val="000000"/>
                          </a:solidFill>
                          <a:latin typeface="微软雅黑 Light" panose="020B0502040204020203" charset="-122"/>
                          <a:ea typeface="微软雅黑 Light" panose="020B0502040204020203" charset="-122"/>
                        </a:rPr>
                        <a:t>10</a:t>
                      </a:r>
                      <a:endParaRPr lang="en-US" altLang="zh-CN"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100" b="0" i="0">
                          <a:solidFill>
                            <a:srgbClr val="000000"/>
                          </a:solidFill>
                          <a:latin typeface="微软雅黑 Light" panose="020B0502040204020203" charset="-122"/>
                          <a:ea typeface="微软雅黑 Light" panose="020B0502040204020203" charset="-122"/>
                        </a:rPr>
                        <a:t>10</a:t>
                      </a:r>
                      <a:endParaRPr lang="en-US" altLang="zh-CN"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62890">
                <a:tc>
                  <a:txBody>
                    <a:bodyPr/>
                    <a:p>
                      <a:pPr algn="l" fontAlgn="ctr"/>
                      <a:r>
                        <a:rPr lang="zh-CN" altLang="en-US" sz="1100" b="0" i="0">
                          <a:solidFill>
                            <a:srgbClr val="000000"/>
                          </a:solidFill>
                          <a:latin typeface="微软雅黑 Light" panose="020B0502040204020203" charset="-122"/>
                          <a:ea typeface="微软雅黑 Light" panose="020B0502040204020203" charset="-122"/>
                        </a:rPr>
                        <a:t>种子优势</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100" b="0" i="0">
                          <a:solidFill>
                            <a:srgbClr val="000000"/>
                          </a:solidFill>
                          <a:latin typeface="微软雅黑 Light" panose="020B0502040204020203" charset="-122"/>
                          <a:ea typeface="微软雅黑 Light" panose="020B0502040204020203" charset="-122"/>
                        </a:rPr>
                        <a:t>好健康？</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100" b="0" i="0">
                          <a:solidFill>
                            <a:srgbClr val="000000"/>
                          </a:solidFill>
                          <a:latin typeface="微软雅黑 Light" panose="020B0502040204020203" charset="-122"/>
                          <a:ea typeface="微软雅黑 Light" panose="020B0502040204020203" charset="-122"/>
                        </a:rPr>
                        <a:t>10</a:t>
                      </a:r>
                      <a:endParaRPr lang="en-US" altLang="zh-CN"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100" b="0" i="0">
                          <a:solidFill>
                            <a:srgbClr val="000000"/>
                          </a:solidFill>
                          <a:latin typeface="微软雅黑 Light" panose="020B0502040204020203" charset="-122"/>
                          <a:ea typeface="微软雅黑 Light" panose="020B0502040204020203" charset="-122"/>
                        </a:rPr>
                        <a:t>10</a:t>
                      </a:r>
                      <a:endParaRPr lang="en-US" altLang="zh-CN"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62890">
                <a:tc>
                  <a:txBody>
                    <a:bodyPr/>
                    <a:p>
                      <a:pPr algn="l" fontAlgn="ctr"/>
                      <a:r>
                        <a:rPr lang="zh-CN" altLang="en-US" sz="1100" b="0" i="0">
                          <a:solidFill>
                            <a:srgbClr val="000000"/>
                          </a:solidFill>
                          <a:latin typeface="微软雅黑 Light" panose="020B0502040204020203" charset="-122"/>
                          <a:ea typeface="微软雅黑 Light" panose="020B0502040204020203" charset="-122"/>
                        </a:rPr>
                        <a:t>专家优势</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100" b="0" i="0">
                          <a:solidFill>
                            <a:srgbClr val="000000"/>
                          </a:solidFill>
                          <a:latin typeface="微软雅黑 Light" panose="020B0502040204020203" charset="-122"/>
                          <a:ea typeface="微软雅黑 Light" panose="020B0502040204020203" charset="-122"/>
                        </a:rPr>
                        <a:t>好健康？</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100" b="0" i="0">
                          <a:solidFill>
                            <a:srgbClr val="000000"/>
                          </a:solidFill>
                          <a:latin typeface="微软雅黑 Light" panose="020B0502040204020203" charset="-122"/>
                          <a:ea typeface="微软雅黑 Light" panose="020B0502040204020203" charset="-122"/>
                        </a:rPr>
                        <a:t>10</a:t>
                      </a:r>
                      <a:endParaRPr lang="en-US" altLang="zh-CN"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100" b="0" i="0">
                          <a:solidFill>
                            <a:srgbClr val="000000"/>
                          </a:solidFill>
                          <a:latin typeface="微软雅黑 Light" panose="020B0502040204020203" charset="-122"/>
                          <a:ea typeface="微软雅黑 Light" panose="020B0502040204020203" charset="-122"/>
                        </a:rPr>
                        <a:t>10</a:t>
                      </a:r>
                      <a:endParaRPr lang="en-US" altLang="zh-CN"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63525">
                <a:tc>
                  <a:txBody>
                    <a:bodyPr/>
                    <a:p>
                      <a:pPr algn="l" fontAlgn="ctr"/>
                      <a:r>
                        <a:rPr lang="zh-CN" altLang="en-US" sz="1100" b="0" i="0">
                          <a:solidFill>
                            <a:srgbClr val="000000"/>
                          </a:solidFill>
                          <a:latin typeface="微软雅黑 Light" panose="020B0502040204020203" charset="-122"/>
                          <a:ea typeface="微软雅黑 Light" panose="020B0502040204020203" charset="-122"/>
                        </a:rPr>
                        <a:t>包装优势</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100" b="0" i="0">
                          <a:solidFill>
                            <a:srgbClr val="000000"/>
                          </a:solidFill>
                          <a:latin typeface="微软雅黑 Light" panose="020B0502040204020203" charset="-122"/>
                          <a:ea typeface="微软雅黑 Light" panose="020B0502040204020203" charset="-122"/>
                        </a:rPr>
                        <a:t>好用？</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100" b="0" i="0">
                          <a:solidFill>
                            <a:srgbClr val="000000"/>
                          </a:solidFill>
                          <a:latin typeface="微软雅黑 Light" panose="020B0502040204020203" charset="-122"/>
                          <a:ea typeface="微软雅黑 Light" panose="020B0502040204020203" charset="-122"/>
                        </a:rPr>
                        <a:t>10</a:t>
                      </a:r>
                      <a:endParaRPr lang="en-US" altLang="zh-CN"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100" b="0" i="0">
                          <a:solidFill>
                            <a:srgbClr val="000000"/>
                          </a:solidFill>
                          <a:latin typeface="微软雅黑 Light" panose="020B0502040204020203" charset="-122"/>
                          <a:ea typeface="微软雅黑 Light" panose="020B0502040204020203" charset="-122"/>
                        </a:rPr>
                        <a:t>10</a:t>
                      </a:r>
                      <a:endParaRPr lang="en-US" altLang="zh-CN"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62890">
                <a:tc>
                  <a:txBody>
                    <a:bodyPr/>
                    <a:p>
                      <a:pPr algn="l" fontAlgn="ctr"/>
                      <a:r>
                        <a:rPr lang="zh-CN" altLang="en-US" sz="1100" b="0" i="0">
                          <a:solidFill>
                            <a:srgbClr val="000000"/>
                          </a:solidFill>
                          <a:latin typeface="微软雅黑 Light" panose="020B0502040204020203" charset="-122"/>
                          <a:ea typeface="微软雅黑 Light" panose="020B0502040204020203" charset="-122"/>
                        </a:rPr>
                        <a:t>体验优势</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100" b="0" i="0">
                          <a:solidFill>
                            <a:srgbClr val="000000"/>
                          </a:solidFill>
                          <a:latin typeface="微软雅黑 Light" panose="020B0502040204020203" charset="-122"/>
                          <a:ea typeface="微软雅黑 Light" panose="020B0502040204020203" charset="-122"/>
                        </a:rPr>
                        <a:t>好玩？</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100" b="0" i="0">
                          <a:solidFill>
                            <a:srgbClr val="000000"/>
                          </a:solidFill>
                          <a:latin typeface="微软雅黑 Light" panose="020B0502040204020203" charset="-122"/>
                          <a:ea typeface="微软雅黑 Light" panose="020B0502040204020203" charset="-122"/>
                        </a:rPr>
                        <a:t>10</a:t>
                      </a:r>
                      <a:endParaRPr lang="en-US" altLang="zh-CN"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100" b="0" i="0">
                          <a:solidFill>
                            <a:srgbClr val="000000"/>
                          </a:solidFill>
                          <a:latin typeface="微软雅黑 Light" panose="020B0502040204020203" charset="-122"/>
                          <a:ea typeface="微软雅黑 Light" panose="020B0502040204020203" charset="-122"/>
                        </a:rPr>
                        <a:t>10</a:t>
                      </a:r>
                      <a:endParaRPr lang="en-US" altLang="zh-CN"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63525">
                <a:tc>
                  <a:txBody>
                    <a:bodyPr/>
                    <a:p>
                      <a:pPr algn="l" fontAlgn="ctr"/>
                      <a:r>
                        <a:rPr lang="zh-CN" altLang="en-US" sz="1100" b="0" i="0">
                          <a:solidFill>
                            <a:srgbClr val="000000"/>
                          </a:solidFill>
                          <a:latin typeface="微软雅黑 Light" panose="020B0502040204020203" charset="-122"/>
                          <a:ea typeface="微软雅黑 Light" panose="020B0502040204020203" charset="-122"/>
                        </a:rPr>
                        <a:t>颜值优势</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100" b="0" i="0">
                          <a:solidFill>
                            <a:srgbClr val="000000"/>
                          </a:solidFill>
                          <a:latin typeface="微软雅黑 Light" panose="020B0502040204020203" charset="-122"/>
                          <a:ea typeface="微软雅黑 Light" panose="020B0502040204020203" charset="-122"/>
                        </a:rPr>
                        <a:t>好看？</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100" b="0" i="0">
                          <a:solidFill>
                            <a:srgbClr val="000000"/>
                          </a:solidFill>
                          <a:latin typeface="微软雅黑 Light" panose="020B0502040204020203" charset="-122"/>
                          <a:ea typeface="微软雅黑 Light" panose="020B0502040204020203" charset="-122"/>
                        </a:rPr>
                        <a:t>10</a:t>
                      </a:r>
                      <a:endParaRPr lang="en-US" altLang="zh-CN"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100" b="0" i="0">
                          <a:solidFill>
                            <a:srgbClr val="000000"/>
                          </a:solidFill>
                          <a:latin typeface="微软雅黑 Light" panose="020B0502040204020203" charset="-122"/>
                          <a:ea typeface="微软雅黑 Light" panose="020B0502040204020203" charset="-122"/>
                        </a:rPr>
                        <a:t>10</a:t>
                      </a:r>
                      <a:endParaRPr lang="en-US" altLang="zh-CN"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62255">
                <a:tc>
                  <a:txBody>
                    <a:bodyPr/>
                    <a:p>
                      <a:pPr algn="l" fontAlgn="ctr"/>
                      <a:r>
                        <a:rPr lang="zh-CN" altLang="en-US" sz="1100" b="0" i="0">
                          <a:solidFill>
                            <a:srgbClr val="000000"/>
                          </a:solidFill>
                          <a:latin typeface="微软雅黑 Light" panose="020B0502040204020203" charset="-122"/>
                          <a:ea typeface="微软雅黑 Light" panose="020B0502040204020203" charset="-122"/>
                        </a:rPr>
                        <a:t>其他优势</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100" b="0" i="0">
                          <a:solidFill>
                            <a:srgbClr val="000000"/>
                          </a:solidFill>
                          <a:latin typeface="微软雅黑 Light" panose="020B0502040204020203" charset="-122"/>
                          <a:ea typeface="微软雅黑 Light" panose="020B0502040204020203" charset="-122"/>
                        </a:rPr>
                        <a:t>10</a:t>
                      </a:r>
                      <a:endParaRPr lang="en-US" altLang="zh-CN"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100" b="0" i="0">
                          <a:solidFill>
                            <a:srgbClr val="000000"/>
                          </a:solidFill>
                          <a:latin typeface="微软雅黑 Light" panose="020B0502040204020203" charset="-122"/>
                          <a:ea typeface="微软雅黑 Light" panose="020B0502040204020203" charset="-122"/>
                        </a:rPr>
                        <a:t>10</a:t>
                      </a:r>
                      <a:endParaRPr lang="en-US" altLang="zh-CN"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63525">
                <a:tc>
                  <a:txBody>
                    <a:bodyPr/>
                    <a:p>
                      <a:pPr algn="l" fontAlgn="ctr"/>
                      <a:endParaRPr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r" fontAlgn="ctr"/>
                      <a:r>
                        <a:rPr lang="zh-CN" altLang="en-US" sz="1100" b="0" i="0">
                          <a:solidFill>
                            <a:srgbClr val="000000"/>
                          </a:solidFill>
                          <a:latin typeface="微软雅黑 Light" panose="020B0502040204020203" charset="-122"/>
                          <a:ea typeface="微软雅黑 Light" panose="020B0502040204020203" charset="-122"/>
                        </a:rPr>
                        <a:t>合计</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100" b="0" i="0">
                          <a:solidFill>
                            <a:srgbClr val="000000"/>
                          </a:solidFill>
                          <a:latin typeface="微软雅黑 Light" panose="020B0502040204020203" charset="-122"/>
                          <a:ea typeface="微软雅黑 Light" panose="020B0502040204020203" charset="-122"/>
                        </a:rPr>
                        <a:t>140</a:t>
                      </a:r>
                      <a:endParaRPr lang="en-US" altLang="zh-CN"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r" fontAlgn="ctr"/>
                      <a:r>
                        <a:rPr lang="zh-CN" altLang="en-US" sz="1100" b="0" i="0">
                          <a:solidFill>
                            <a:srgbClr val="000000"/>
                          </a:solidFill>
                          <a:latin typeface="微软雅黑 Light" panose="020B0502040204020203" charset="-122"/>
                          <a:ea typeface="微软雅黑 Light" panose="020B0502040204020203" charset="-122"/>
                        </a:rPr>
                        <a:t>合计</a:t>
                      </a:r>
                      <a:endParaRPr lang="zh-CN" altLang="en-US"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100" b="0" i="0">
                          <a:solidFill>
                            <a:srgbClr val="000000"/>
                          </a:solidFill>
                          <a:latin typeface="微软雅黑 Light" panose="020B0502040204020203" charset="-122"/>
                          <a:ea typeface="微软雅黑 Light" panose="020B0502040204020203" charset="-122"/>
                        </a:rPr>
                        <a:t>140</a:t>
                      </a:r>
                      <a:endParaRPr lang="en-US" altLang="zh-CN" sz="1100" b="0" i="0">
                        <a:solidFill>
                          <a:srgbClr val="000000"/>
                        </a:solidFill>
                        <a:latin typeface="微软雅黑 Light" panose="020B0502040204020203" charset="-122"/>
                        <a:ea typeface="微软雅黑 Light" panose="020B0502040204020203"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 name="组合 9"/>
          <p:cNvGrpSpPr/>
          <p:nvPr/>
        </p:nvGrpSpPr>
        <p:grpSpPr>
          <a:xfrm>
            <a:off x="420116" y="1069387"/>
            <a:ext cx="7665524" cy="4025468"/>
            <a:chOff x="-1788" y="1894"/>
            <a:chExt cx="12985" cy="6819"/>
          </a:xfrm>
        </p:grpSpPr>
        <p:sp>
          <p:nvSpPr>
            <p:cNvPr id="1049102" name="文本框 1"/>
            <p:cNvSpPr txBox="1"/>
            <p:nvPr>
              <p:custDataLst>
                <p:tags r:id="rId1"/>
              </p:custDataLst>
            </p:nvPr>
          </p:nvSpPr>
          <p:spPr>
            <a:xfrm>
              <a:off x="-1788" y="1894"/>
              <a:ext cx="4773" cy="1988"/>
            </a:xfrm>
            <a:prstGeom prst="rect">
              <a:avLst/>
            </a:prstGeom>
            <a:noFill/>
          </p:spPr>
          <p:txBody>
            <a:bodyPr wrap="square" rtlCol="0" anchor="t">
              <a:spAutoFit/>
            </a:bodyPr>
            <a:p>
              <a:pPr algn="l">
                <a:lnSpc>
                  <a:spcPct val="110000"/>
                </a:lnSpc>
              </a:pPr>
              <a:r>
                <a:rPr lang="zh-CN" altLang="en-US" sz="3200">
                  <a:solidFill>
                    <a:srgbClr val="FF0000"/>
                  </a:solidFill>
                  <a:latin typeface="微软雅黑" panose="020B0503020204020204" charset="-122"/>
                  <a:ea typeface="微软雅黑" panose="020B0503020204020204" charset="-122"/>
                </a:rPr>
                <a:t>三元法寻找</a:t>
              </a:r>
              <a:endParaRPr lang="en-US" altLang="zh-CN" sz="3200">
                <a:solidFill>
                  <a:srgbClr val="FF0000"/>
                </a:solidFill>
                <a:latin typeface="微软雅黑" panose="020B0503020204020204" charset="-122"/>
                <a:ea typeface="微软雅黑" panose="020B0503020204020204" charset="-122"/>
              </a:endParaRPr>
            </a:p>
            <a:p>
              <a:pPr algn="l">
                <a:lnSpc>
                  <a:spcPct val="110000"/>
                </a:lnSpc>
              </a:pPr>
              <a:r>
                <a:rPr lang="zh-CN" altLang="en-US" sz="3200" b="1">
                  <a:solidFill>
                    <a:srgbClr val="FF0000"/>
                  </a:solidFill>
                  <a:latin typeface="微软雅黑" panose="020B0503020204020204" charset="-122"/>
                  <a:ea typeface="微软雅黑" panose="020B0503020204020204" charset="-122"/>
                </a:rPr>
                <a:t>最强差异特点</a:t>
              </a:r>
              <a:endParaRPr lang="zh-CN" altLang="en-US" sz="3200" b="1">
                <a:solidFill>
                  <a:srgbClr val="FF0000"/>
                </a:solidFill>
                <a:latin typeface="微软雅黑" panose="020B0503020204020204" charset="-122"/>
                <a:ea typeface="微软雅黑" panose="020B0503020204020204" charset="-122"/>
              </a:endParaRPr>
            </a:p>
          </p:txBody>
        </p:sp>
        <p:grpSp>
          <p:nvGrpSpPr>
            <p:cNvPr id="4" name="组合 3"/>
            <p:cNvGrpSpPr/>
            <p:nvPr/>
          </p:nvGrpSpPr>
          <p:grpSpPr>
            <a:xfrm>
              <a:off x="3828" y="4471"/>
              <a:ext cx="7369" cy="4242"/>
              <a:chOff x="4861" y="5056"/>
              <a:chExt cx="6528" cy="3758"/>
            </a:xfrm>
          </p:grpSpPr>
          <p:sp>
            <p:nvSpPr>
              <p:cNvPr id="20" name="椭圆 19"/>
              <p:cNvSpPr/>
              <p:nvPr>
                <p:custDataLst>
                  <p:tags r:id="rId2"/>
                </p:custDataLst>
              </p:nvPr>
            </p:nvSpPr>
            <p:spPr>
              <a:xfrm>
                <a:off x="7633" y="5056"/>
                <a:ext cx="3756" cy="3758"/>
              </a:xfrm>
              <a:prstGeom prst="ellipse">
                <a:avLst/>
              </a:prstGeom>
              <a:noFill/>
              <a:ln w="25400" cmpd="sng">
                <a:solidFill>
                  <a:schemeClr val="bg1">
                    <a:lumMod val="65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30"/>
              </a:p>
            </p:txBody>
          </p:sp>
          <p:sp>
            <p:nvSpPr>
              <p:cNvPr id="17" name="椭圆 16"/>
              <p:cNvSpPr/>
              <p:nvPr>
                <p:custDataLst>
                  <p:tags r:id="rId3"/>
                </p:custDataLst>
              </p:nvPr>
            </p:nvSpPr>
            <p:spPr>
              <a:xfrm>
                <a:off x="4861" y="5056"/>
                <a:ext cx="3756" cy="3758"/>
              </a:xfrm>
              <a:prstGeom prst="ellipse">
                <a:avLst/>
              </a:prstGeom>
              <a:noFill/>
              <a:ln w="25400" cmpd="sng">
                <a:solidFill>
                  <a:schemeClr val="bg1">
                    <a:lumMod val="65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30"/>
              </a:p>
            </p:txBody>
          </p:sp>
        </p:grpSp>
        <p:sp>
          <p:nvSpPr>
            <p:cNvPr id="14" name="椭圆 13"/>
            <p:cNvSpPr/>
            <p:nvPr>
              <p:custDataLst>
                <p:tags r:id="rId4"/>
              </p:custDataLst>
            </p:nvPr>
          </p:nvSpPr>
          <p:spPr>
            <a:xfrm>
              <a:off x="5392" y="1927"/>
              <a:ext cx="4240" cy="4242"/>
            </a:xfrm>
            <a:prstGeom prst="ellipse">
              <a:avLst/>
            </a:prstGeom>
            <a:noFill/>
            <a:ln w="25400" cmpd="sng">
              <a:solidFill>
                <a:schemeClr val="bg1">
                  <a:lumMod val="65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30"/>
            </a:p>
          </p:txBody>
        </p:sp>
        <p:sp>
          <p:nvSpPr>
            <p:cNvPr id="21" name="文本框 20"/>
            <p:cNvSpPr txBox="1"/>
            <p:nvPr>
              <p:custDataLst>
                <p:tags r:id="rId5"/>
              </p:custDataLst>
            </p:nvPr>
          </p:nvSpPr>
          <p:spPr>
            <a:xfrm>
              <a:off x="6422" y="2254"/>
              <a:ext cx="2241" cy="1801"/>
            </a:xfrm>
            <a:prstGeom prst="rect">
              <a:avLst/>
            </a:prstGeom>
            <a:noFill/>
          </p:spPr>
          <p:txBody>
            <a:bodyPr wrap="square" rtlCol="0">
              <a:spAutoFit/>
            </a:bodyPr>
            <a:p>
              <a:pPr algn="ctr"/>
              <a:r>
                <a:rPr lang="zh-CN" altLang="en-US" sz="3160" b="1">
                  <a:solidFill>
                    <a:schemeClr val="tx1">
                      <a:lumMod val="65000"/>
                      <a:lumOff val="35000"/>
                    </a:schemeClr>
                  </a:solidFill>
                  <a:latin typeface="微软雅黑" panose="020B0503020204020204" charset="-122"/>
                  <a:ea typeface="微软雅黑" panose="020B0503020204020204" charset="-122"/>
                </a:rPr>
                <a:t>用户</a:t>
              </a:r>
              <a:endParaRPr lang="zh-CN" altLang="en-US" sz="3160" b="1">
                <a:solidFill>
                  <a:schemeClr val="tx1">
                    <a:lumMod val="65000"/>
                    <a:lumOff val="35000"/>
                  </a:schemeClr>
                </a:solidFill>
                <a:latin typeface="微软雅黑" panose="020B0503020204020204" charset="-122"/>
                <a:ea typeface="微软雅黑" panose="020B0503020204020204" charset="-122"/>
              </a:endParaRPr>
            </a:p>
            <a:p>
              <a:pPr algn="ctr"/>
              <a:r>
                <a:rPr lang="zh-CN" altLang="en-US" sz="3160" b="1">
                  <a:solidFill>
                    <a:schemeClr val="tx1">
                      <a:lumMod val="65000"/>
                      <a:lumOff val="35000"/>
                    </a:schemeClr>
                  </a:solidFill>
                  <a:latin typeface="微软雅黑" panose="020B0503020204020204" charset="-122"/>
                  <a:ea typeface="微软雅黑" panose="020B0503020204020204" charset="-122"/>
                </a:rPr>
                <a:t>重视</a:t>
              </a:r>
              <a:endParaRPr lang="zh-CN" altLang="en-US" sz="3160" b="1">
                <a:solidFill>
                  <a:schemeClr val="tx1">
                    <a:lumMod val="65000"/>
                    <a:lumOff val="35000"/>
                  </a:schemeClr>
                </a:solidFill>
                <a:latin typeface="微软雅黑" panose="020B0503020204020204" charset="-122"/>
                <a:ea typeface="微软雅黑" panose="020B0503020204020204" charset="-122"/>
              </a:endParaRPr>
            </a:p>
          </p:txBody>
        </p:sp>
        <p:sp>
          <p:nvSpPr>
            <p:cNvPr id="22" name="文本框 21"/>
            <p:cNvSpPr txBox="1"/>
            <p:nvPr>
              <p:custDataLst>
                <p:tags r:id="rId6"/>
              </p:custDataLst>
            </p:nvPr>
          </p:nvSpPr>
          <p:spPr>
            <a:xfrm>
              <a:off x="8663" y="6375"/>
              <a:ext cx="2241" cy="1801"/>
            </a:xfrm>
            <a:prstGeom prst="rect">
              <a:avLst/>
            </a:prstGeom>
            <a:noFill/>
          </p:spPr>
          <p:txBody>
            <a:bodyPr wrap="square" rtlCol="0">
              <a:spAutoFit/>
            </a:bodyPr>
            <a:p>
              <a:pPr algn="ctr"/>
              <a:r>
                <a:rPr lang="zh-CN" altLang="en-US" sz="3160" b="1">
                  <a:solidFill>
                    <a:schemeClr val="tx1">
                      <a:lumMod val="65000"/>
                      <a:lumOff val="35000"/>
                    </a:schemeClr>
                  </a:solidFill>
                  <a:latin typeface="微软雅黑" panose="020B0503020204020204" charset="-122"/>
                  <a:ea typeface="微软雅黑" panose="020B0503020204020204" charset="-122"/>
                </a:rPr>
                <a:t>我们</a:t>
              </a:r>
              <a:endParaRPr lang="zh-CN" altLang="en-US" sz="3160" b="1">
                <a:solidFill>
                  <a:schemeClr val="tx1">
                    <a:lumMod val="65000"/>
                    <a:lumOff val="35000"/>
                  </a:schemeClr>
                </a:solidFill>
                <a:latin typeface="微软雅黑" panose="020B0503020204020204" charset="-122"/>
                <a:ea typeface="微软雅黑" panose="020B0503020204020204" charset="-122"/>
              </a:endParaRPr>
            </a:p>
            <a:p>
              <a:pPr algn="ctr"/>
              <a:r>
                <a:rPr lang="zh-CN" altLang="en-US" sz="3160" b="1">
                  <a:solidFill>
                    <a:schemeClr val="tx1">
                      <a:lumMod val="65000"/>
                      <a:lumOff val="35000"/>
                    </a:schemeClr>
                  </a:solidFill>
                  <a:latin typeface="微软雅黑" panose="020B0503020204020204" charset="-122"/>
                  <a:ea typeface="微软雅黑" panose="020B0503020204020204" charset="-122"/>
                </a:rPr>
                <a:t>最强</a:t>
              </a:r>
              <a:endParaRPr lang="zh-CN" altLang="en-US" sz="3160" b="1">
                <a:solidFill>
                  <a:schemeClr val="tx1">
                    <a:lumMod val="65000"/>
                    <a:lumOff val="35000"/>
                  </a:schemeClr>
                </a:solidFill>
                <a:latin typeface="微软雅黑" panose="020B0503020204020204" charset="-122"/>
                <a:ea typeface="微软雅黑" panose="020B0503020204020204" charset="-122"/>
              </a:endParaRPr>
            </a:p>
          </p:txBody>
        </p:sp>
        <p:sp>
          <p:nvSpPr>
            <p:cNvPr id="23" name="文本框 22"/>
            <p:cNvSpPr txBox="1"/>
            <p:nvPr>
              <p:custDataLst>
                <p:tags r:id="rId7"/>
              </p:custDataLst>
            </p:nvPr>
          </p:nvSpPr>
          <p:spPr>
            <a:xfrm>
              <a:off x="4330" y="6375"/>
              <a:ext cx="2092" cy="1801"/>
            </a:xfrm>
            <a:prstGeom prst="rect">
              <a:avLst/>
            </a:prstGeom>
            <a:noFill/>
          </p:spPr>
          <p:txBody>
            <a:bodyPr wrap="square" rtlCol="0">
              <a:spAutoFit/>
            </a:bodyPr>
            <a:p>
              <a:pPr algn="ctr"/>
              <a:r>
                <a:rPr lang="zh-CN" altLang="en-US" sz="3160" b="1">
                  <a:solidFill>
                    <a:schemeClr val="tx1">
                      <a:lumMod val="65000"/>
                      <a:lumOff val="35000"/>
                    </a:schemeClr>
                  </a:solidFill>
                  <a:latin typeface="微软雅黑" panose="020B0503020204020204" charset="-122"/>
                  <a:ea typeface="微软雅黑" panose="020B0503020204020204" charset="-122"/>
                </a:rPr>
                <a:t>对手</a:t>
              </a:r>
              <a:endParaRPr lang="zh-CN" altLang="en-US" sz="3160" b="1">
                <a:solidFill>
                  <a:schemeClr val="tx1">
                    <a:lumMod val="65000"/>
                    <a:lumOff val="35000"/>
                  </a:schemeClr>
                </a:solidFill>
                <a:latin typeface="微软雅黑" panose="020B0503020204020204" charset="-122"/>
                <a:ea typeface="微软雅黑" panose="020B0503020204020204" charset="-122"/>
              </a:endParaRPr>
            </a:p>
            <a:p>
              <a:pPr algn="ctr"/>
              <a:r>
                <a:rPr lang="zh-CN" altLang="en-US" sz="3160" b="1">
                  <a:solidFill>
                    <a:schemeClr val="tx1">
                      <a:lumMod val="65000"/>
                      <a:lumOff val="35000"/>
                    </a:schemeClr>
                  </a:solidFill>
                  <a:latin typeface="微软雅黑" panose="020B0503020204020204" charset="-122"/>
                  <a:ea typeface="微软雅黑" panose="020B0503020204020204" charset="-122"/>
                </a:rPr>
                <a:t>较弱</a:t>
              </a:r>
              <a:endParaRPr lang="zh-CN" altLang="en-US" sz="3160" b="1">
                <a:solidFill>
                  <a:schemeClr val="tx1">
                    <a:lumMod val="65000"/>
                    <a:lumOff val="35000"/>
                  </a:schemeClr>
                </a:solidFill>
                <a:latin typeface="微软雅黑" panose="020B0503020204020204" charset="-122"/>
                <a:ea typeface="微软雅黑" panose="020B0503020204020204" charset="-122"/>
              </a:endParaRPr>
            </a:p>
          </p:txBody>
        </p:sp>
        <p:sp>
          <p:nvSpPr>
            <p:cNvPr id="19" name="椭圆 18"/>
            <p:cNvSpPr/>
            <p:nvPr>
              <p:custDataLst>
                <p:tags r:id="rId8"/>
              </p:custDataLst>
            </p:nvPr>
          </p:nvSpPr>
          <p:spPr>
            <a:xfrm>
              <a:off x="5819" y="3920"/>
              <a:ext cx="3335" cy="3338"/>
            </a:xfrm>
            <a:prstGeom prst="ellipse">
              <a:avLst/>
            </a:prstGeom>
            <a:solidFill>
              <a:srgbClr val="FF0000"/>
            </a:solidFill>
            <a:ln w="28575" cmpd="sng">
              <a:no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30">
                <a:solidFill>
                  <a:srgbClr val="FF0000"/>
                </a:solidFill>
              </a:endParaRPr>
            </a:p>
          </p:txBody>
        </p:sp>
        <p:sp>
          <p:nvSpPr>
            <p:cNvPr id="15" name="文本框 14"/>
            <p:cNvSpPr txBox="1"/>
            <p:nvPr/>
          </p:nvSpPr>
          <p:spPr>
            <a:xfrm>
              <a:off x="4584" y="4777"/>
              <a:ext cx="5591" cy="2079"/>
            </a:xfrm>
            <a:prstGeom prst="rect">
              <a:avLst/>
            </a:prstGeom>
            <a:noFill/>
          </p:spPr>
          <p:txBody>
            <a:bodyPr wrap="square" rtlCol="0">
              <a:noAutofit/>
            </a:bodyPr>
            <a:p>
              <a:pPr indent="0" algn="ctr" fontAlgn="auto">
                <a:lnSpc>
                  <a:spcPct val="110000"/>
                </a:lnSpc>
              </a:pPr>
              <a:r>
                <a:rPr lang="zh-CN" altLang="en-US" sz="2645" b="1">
                  <a:solidFill>
                    <a:schemeClr val="bg1"/>
                  </a:solidFill>
                  <a:latin typeface="微软雅黑" panose="020B0503020204020204" charset="-122"/>
                  <a:ea typeface="微软雅黑" panose="020B0503020204020204" charset="-122"/>
                  <a:cs typeface="微软雅黑" panose="020B0503020204020204" charset="-122"/>
                  <a:sym typeface="+mn-ea"/>
                </a:rPr>
                <a:t>土坛</a:t>
              </a:r>
              <a:r>
                <a:rPr lang="zh-CN" altLang="en-US" sz="2645" b="1">
                  <a:solidFill>
                    <a:schemeClr val="bg1"/>
                  </a:solidFill>
                  <a:latin typeface="微软雅黑" panose="020B0503020204020204" charset="-122"/>
                  <a:ea typeface="微软雅黑" panose="020B0503020204020204" charset="-122"/>
                  <a:cs typeface="微软雅黑" panose="020B0503020204020204" charset="-122"/>
                  <a:sym typeface="+mn-ea"/>
                </a:rPr>
                <a:t>发酵</a:t>
              </a:r>
              <a:endParaRPr lang="zh-CN" altLang="en-US" sz="2645" b="1">
                <a:solidFill>
                  <a:schemeClr val="bg1"/>
                </a:solidFill>
                <a:latin typeface="微软雅黑" panose="020B0503020204020204" charset="-122"/>
                <a:ea typeface="微软雅黑" panose="020B0503020204020204" charset="-122"/>
                <a:cs typeface="微软雅黑" panose="020B0503020204020204" charset="-122"/>
                <a:sym typeface="+mn-ea"/>
              </a:endParaRPr>
            </a:p>
            <a:p>
              <a:pPr indent="0" algn="ctr" fontAlgn="auto">
                <a:lnSpc>
                  <a:spcPct val="110000"/>
                </a:lnSpc>
              </a:pPr>
              <a:r>
                <a:rPr lang="zh-CN" altLang="en-US" sz="2645" b="1">
                  <a:solidFill>
                    <a:schemeClr val="bg1"/>
                  </a:solidFill>
                  <a:latin typeface="微软雅黑" panose="020B0503020204020204" charset="-122"/>
                  <a:ea typeface="微软雅黑" panose="020B0503020204020204" charset="-122"/>
                  <a:cs typeface="微软雅黑" panose="020B0503020204020204" charset="-122"/>
                  <a:sym typeface="+mn-ea"/>
                </a:rPr>
                <a:t>工艺</a:t>
              </a:r>
              <a:endParaRPr lang="zh-CN" altLang="en-US" sz="2645"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1788" y="4081"/>
              <a:ext cx="3141" cy="1530"/>
            </a:xfrm>
            <a:prstGeom prst="rect">
              <a:avLst/>
            </a:prstGeom>
            <a:noFill/>
          </p:spPr>
          <p:txBody>
            <a:bodyPr wrap="square" rtlCol="0" anchor="t">
              <a:spAutoFit/>
            </a:bodyPr>
            <a:p>
              <a:pPr algn="l">
                <a:lnSpc>
                  <a:spcPct val="110000"/>
                </a:lnSpc>
              </a:pPr>
              <a:r>
                <a:rPr lang="zh-CN" altLang="en-US" sz="2400" b="1">
                  <a:solidFill>
                    <a:schemeClr val="tx1">
                      <a:lumMod val="65000"/>
                      <a:lumOff val="35000"/>
                    </a:schemeClr>
                  </a:solidFill>
                  <a:latin typeface="微软雅黑" panose="020B0503020204020204" charset="-122"/>
                  <a:ea typeface="微软雅黑" panose="020B0503020204020204" charset="-122"/>
                  <a:sym typeface="+mn-ea"/>
                </a:rPr>
                <a:t>锁定一个点</a:t>
              </a:r>
              <a:endParaRPr lang="zh-CN" altLang="en-US" sz="2400" b="1">
                <a:solidFill>
                  <a:schemeClr val="tx1">
                    <a:lumMod val="65000"/>
                    <a:lumOff val="35000"/>
                  </a:schemeClr>
                </a:solidFill>
                <a:latin typeface="微软雅黑" panose="020B0503020204020204" charset="-122"/>
                <a:ea typeface="微软雅黑" panose="020B0503020204020204" charset="-122"/>
                <a:sym typeface="+mn-ea"/>
              </a:endParaRPr>
            </a:p>
            <a:p>
              <a:pPr algn="l">
                <a:lnSpc>
                  <a:spcPct val="110000"/>
                </a:lnSpc>
              </a:pPr>
              <a:r>
                <a:rPr lang="zh-CN" altLang="en-US" sz="2400" b="1">
                  <a:solidFill>
                    <a:schemeClr val="tx1">
                      <a:lumMod val="65000"/>
                      <a:lumOff val="35000"/>
                    </a:schemeClr>
                  </a:solidFill>
                  <a:latin typeface="微软雅黑" panose="020B0503020204020204" charset="-122"/>
                  <a:ea typeface="微软雅黑" panose="020B0503020204020204" charset="-122"/>
                  <a:sym typeface="+mn-ea"/>
                </a:rPr>
                <a:t>把他做极致</a:t>
              </a:r>
              <a:endParaRPr lang="zh-CN" altLang="en-US" sz="2400" b="1">
                <a:solidFill>
                  <a:schemeClr val="tx1">
                    <a:lumMod val="65000"/>
                    <a:lumOff val="35000"/>
                  </a:schemeClr>
                </a:solidFill>
                <a:latin typeface="微软雅黑" panose="020B0503020204020204" charset="-122"/>
                <a:ea typeface="微软雅黑" panose="020B0503020204020204" charset="-122"/>
                <a:sym typeface="+mn-ea"/>
              </a:endParaRPr>
            </a:p>
          </p:txBody>
        </p:sp>
      </p:grpSp>
      <p:sp>
        <p:nvSpPr>
          <p:cNvPr id="8" name="文本框 7"/>
          <p:cNvSpPr txBox="1"/>
          <p:nvPr/>
        </p:nvSpPr>
        <p:spPr>
          <a:xfrm>
            <a:off x="7203865" y="1251511"/>
            <a:ext cx="1916864" cy="1143000"/>
          </a:xfrm>
          <a:prstGeom prst="rect">
            <a:avLst/>
          </a:prstGeom>
          <a:noFill/>
        </p:spPr>
        <p:txBody>
          <a:bodyPr wrap="square" rtlCol="0">
            <a:spAutoFit/>
          </a:bodyPr>
          <a:p>
            <a:pPr algn="l">
              <a:lnSpc>
                <a:spcPct val="120000"/>
              </a:lnSpc>
            </a:pPr>
            <a:r>
              <a:rPr lang="zh-CN" altLang="en-US" sz="1135" b="1">
                <a:sym typeface="+mn-ea"/>
              </a:rPr>
              <a:t>酸香入味、</a:t>
            </a:r>
            <a:endParaRPr lang="zh-CN" altLang="en-US" sz="1135" b="1">
              <a:sym typeface="+mn-ea"/>
            </a:endParaRPr>
          </a:p>
          <a:p>
            <a:pPr algn="l">
              <a:lnSpc>
                <a:spcPct val="120000"/>
              </a:lnSpc>
            </a:pPr>
            <a:r>
              <a:rPr lang="zh-CN" altLang="en-US" sz="1135" b="1">
                <a:sym typeface="+mn-ea"/>
              </a:rPr>
              <a:t>汤鲜酸正、</a:t>
            </a:r>
            <a:endParaRPr lang="zh-CN" altLang="en-US" sz="1135" b="1">
              <a:sym typeface="+mn-ea"/>
            </a:endParaRPr>
          </a:p>
          <a:p>
            <a:pPr algn="l">
              <a:lnSpc>
                <a:spcPct val="120000"/>
              </a:lnSpc>
            </a:pPr>
            <a:r>
              <a:rPr lang="zh-CN" altLang="en-US" sz="1135" b="1">
                <a:sym typeface="+mn-ea"/>
              </a:rPr>
              <a:t>酸辣适宜、清爽解腻、</a:t>
            </a:r>
            <a:endParaRPr lang="zh-CN" altLang="en-US" sz="1135" b="1">
              <a:solidFill>
                <a:schemeClr val="tx1"/>
              </a:solidFill>
              <a:sym typeface="+mn-ea"/>
            </a:endParaRPr>
          </a:p>
          <a:p>
            <a:pPr algn="l">
              <a:lnSpc>
                <a:spcPct val="120000"/>
              </a:lnSpc>
            </a:pPr>
            <a:r>
              <a:rPr lang="zh-CN" altLang="en-US" sz="1135" b="1">
                <a:sym typeface="+mn-ea"/>
              </a:rPr>
              <a:t>酸菜脆嫩有嚼头、</a:t>
            </a:r>
            <a:endParaRPr lang="zh-CN" altLang="en-US" sz="1135" b="1">
              <a:sym typeface="+mn-ea"/>
            </a:endParaRPr>
          </a:p>
          <a:p>
            <a:pPr algn="l">
              <a:lnSpc>
                <a:spcPct val="120000"/>
              </a:lnSpc>
            </a:pPr>
            <a:r>
              <a:rPr lang="zh-CN" altLang="en-US" sz="1135" b="1">
                <a:sym typeface="+mn-ea"/>
              </a:rPr>
              <a:t>汤可以喝</a:t>
            </a:r>
            <a:endParaRPr lang="zh-CN" altLang="en-US" sz="1135" b="1">
              <a:solidFill>
                <a:schemeClr val="tx1"/>
              </a:solidFill>
              <a:sym typeface="+mn-ea"/>
            </a:endParaRPr>
          </a:p>
        </p:txBody>
      </p:sp>
      <p:sp>
        <p:nvSpPr>
          <p:cNvPr id="2" name="文本框 1"/>
          <p:cNvSpPr txBox="1"/>
          <p:nvPr/>
        </p:nvSpPr>
        <p:spPr>
          <a:xfrm>
            <a:off x="5933155" y="5094838"/>
            <a:ext cx="4561476" cy="808355"/>
          </a:xfrm>
          <a:prstGeom prst="rect">
            <a:avLst/>
          </a:prstGeom>
          <a:noFill/>
        </p:spPr>
        <p:txBody>
          <a:bodyPr wrap="square" rtlCol="0">
            <a:spAutoFit/>
          </a:bodyPr>
          <a:p>
            <a:pPr algn="l"/>
            <a:r>
              <a:rPr lang="zh-CN" altLang="en-US" sz="1135">
                <a:solidFill>
                  <a:srgbClr val="FF0000"/>
                </a:solidFill>
              </a:rPr>
              <a:t>1、原料：云南</a:t>
            </a:r>
            <a:r>
              <a:rPr lang="zh-CN" altLang="en-US" sz="1135">
                <a:solidFill>
                  <a:srgbClr val="FF0000"/>
                </a:solidFill>
                <a:latin typeface="微软雅黑" panose="020B0503020204020204" charset="-122"/>
                <a:ea typeface="微软雅黑" panose="020B0503020204020204" charset="-122"/>
                <a:cs typeface="微软雅黑" panose="020B0503020204020204" charset="-122"/>
                <a:sym typeface="+mn-ea"/>
              </a:rPr>
              <a:t>高原小叶芥菜；甄选</a:t>
            </a:r>
            <a:r>
              <a:rPr lang="en-US" altLang="zh-CN" sz="1135">
                <a:solidFill>
                  <a:srgbClr val="FF0000"/>
                </a:solidFill>
                <a:latin typeface="微软雅黑" panose="020B0503020204020204" charset="-122"/>
                <a:ea typeface="微软雅黑" panose="020B0503020204020204" charset="-122"/>
                <a:cs typeface="微软雅黑" panose="020B0503020204020204" charset="-122"/>
                <a:sym typeface="+mn-ea"/>
              </a:rPr>
              <a:t>80%</a:t>
            </a:r>
            <a:r>
              <a:rPr lang="zh-CN" altLang="en-US" sz="1135">
                <a:solidFill>
                  <a:srgbClr val="FF0000"/>
                </a:solidFill>
                <a:latin typeface="微软雅黑" panose="020B0503020204020204" charset="-122"/>
                <a:ea typeface="微软雅黑" panose="020B0503020204020204" charset="-122"/>
                <a:cs typeface="微软雅黑" panose="020B0503020204020204" charset="-122"/>
                <a:sym typeface="+mn-ea"/>
              </a:rPr>
              <a:t>茎秆部位；</a:t>
            </a:r>
            <a:endParaRPr lang="zh-CN" altLang="en-US" sz="1135">
              <a:solidFill>
                <a:srgbClr val="FF0000"/>
              </a:solidFill>
              <a:latin typeface="微软雅黑" panose="020B0503020204020204" charset="-122"/>
              <a:ea typeface="微软雅黑" panose="020B0503020204020204" charset="-122"/>
              <a:cs typeface="微软雅黑" panose="020B0503020204020204" charset="-122"/>
              <a:sym typeface="+mn-ea"/>
            </a:endParaRPr>
          </a:p>
          <a:p>
            <a:pPr algn="l"/>
            <a:r>
              <a:rPr lang="zh-CN" altLang="en-US" sz="1135">
                <a:solidFill>
                  <a:srgbClr val="FF0000"/>
                </a:solidFill>
                <a:latin typeface="微软雅黑" panose="020B0503020204020204" charset="-122"/>
                <a:ea typeface="微软雅黑" panose="020B0503020204020204" charset="-122"/>
                <a:cs typeface="微软雅黑" panose="020B0503020204020204" charset="-122"/>
                <a:sym typeface="+mn-ea"/>
              </a:rPr>
              <a:t>选用自然发酵</a:t>
            </a:r>
            <a:r>
              <a:rPr lang="en-US" altLang="zh-CN" sz="1135">
                <a:solidFill>
                  <a:srgbClr val="FF0000"/>
                </a:solidFill>
                <a:latin typeface="微软雅黑" panose="020B0503020204020204" charset="-122"/>
                <a:ea typeface="微软雅黑" panose="020B0503020204020204" charset="-122"/>
                <a:cs typeface="微软雅黑" panose="020B0503020204020204" charset="-122"/>
                <a:sym typeface="+mn-ea"/>
              </a:rPr>
              <a:t>180</a:t>
            </a:r>
            <a:r>
              <a:rPr lang="zh-CN" altLang="en-US" sz="1135">
                <a:solidFill>
                  <a:srgbClr val="FF0000"/>
                </a:solidFill>
                <a:latin typeface="微软雅黑" panose="020B0503020204020204" charset="-122"/>
                <a:ea typeface="微软雅黑" panose="020B0503020204020204" charset="-122"/>
                <a:cs typeface="微软雅黑" panose="020B0503020204020204" charset="-122"/>
                <a:sym typeface="+mn-ea"/>
              </a:rPr>
              <a:t>天的海南黄灯笼辣椒酱</a:t>
            </a:r>
            <a:endParaRPr lang="zh-CN" altLang="en-US" sz="1135">
              <a:solidFill>
                <a:srgbClr val="FF0000"/>
              </a:solidFill>
              <a:latin typeface="微软雅黑" panose="020B0503020204020204" charset="-122"/>
              <a:ea typeface="微软雅黑" panose="020B0503020204020204" charset="-122"/>
              <a:cs typeface="微软雅黑" panose="020B0503020204020204" charset="-122"/>
              <a:sym typeface="+mn-ea"/>
            </a:endParaRPr>
          </a:p>
          <a:p>
            <a:pPr algn="l">
              <a:lnSpc>
                <a:spcPct val="110000"/>
              </a:lnSpc>
              <a:buClrTx/>
              <a:buSzTx/>
              <a:buNone/>
            </a:pPr>
            <a:r>
              <a:rPr lang="en-US" altLang="zh-CN" sz="1135">
                <a:solidFill>
                  <a:srgbClr val="FF0000"/>
                </a:solidFill>
              </a:rPr>
              <a:t>2</a:t>
            </a:r>
            <a:r>
              <a:rPr lang="zh-CN" altLang="en-US" sz="1135">
                <a:solidFill>
                  <a:srgbClr val="FF0000"/>
                </a:solidFill>
              </a:rPr>
              <a:t>、</a:t>
            </a:r>
            <a:r>
              <a:rPr lang="zh-CN" altLang="en-US" sz="1135">
                <a:solidFill>
                  <a:srgbClr val="FF0000"/>
                </a:solidFill>
                <a:sym typeface="+mn-ea"/>
              </a:rPr>
              <a:t>稳态坛酵工艺</a:t>
            </a:r>
            <a:endParaRPr lang="zh-CN" altLang="en-US" sz="1135">
              <a:solidFill>
                <a:srgbClr val="FF0000"/>
              </a:solidFill>
            </a:endParaRPr>
          </a:p>
          <a:p>
            <a:pPr algn="l"/>
            <a:r>
              <a:rPr lang="en-US" altLang="zh-CN" sz="1135">
                <a:solidFill>
                  <a:srgbClr val="FF0000"/>
                </a:solidFill>
              </a:rPr>
              <a:t>3</a:t>
            </a:r>
            <a:r>
              <a:rPr lang="zh-CN" altLang="en-US" sz="1135">
                <a:solidFill>
                  <a:srgbClr val="FF0000"/>
                </a:solidFill>
              </a:rPr>
              <a:t>、</a:t>
            </a:r>
            <a:r>
              <a:rPr lang="zh-CN" altLang="en-US" sz="1135">
                <a:solidFill>
                  <a:srgbClr val="FF0000"/>
                </a:solidFill>
                <a:latin typeface="微软雅黑" panose="020B0503020204020204" charset="-122"/>
                <a:ea typeface="微软雅黑" panose="020B0503020204020204" charset="-122"/>
                <a:sym typeface="+mn-ea"/>
              </a:rPr>
              <a:t>酸香</a:t>
            </a:r>
            <a:r>
              <a:rPr lang="en-US" altLang="zh-CN" sz="1135">
                <a:solidFill>
                  <a:srgbClr val="FF0000"/>
                </a:solidFill>
                <a:latin typeface="微软雅黑" panose="020B0503020204020204" charset="-122"/>
                <a:ea typeface="微软雅黑" panose="020B0503020204020204" charset="-122"/>
                <a:sym typeface="+mn-ea"/>
              </a:rPr>
              <a:t>+</a:t>
            </a:r>
            <a:r>
              <a:rPr lang="zh-CN" altLang="en-US" sz="1135">
                <a:solidFill>
                  <a:srgbClr val="FF0000"/>
                </a:solidFill>
                <a:latin typeface="微软雅黑" panose="020B0503020204020204" charset="-122"/>
                <a:ea typeface="微软雅黑" panose="020B0503020204020204" charset="-122"/>
                <a:sym typeface="+mn-ea"/>
              </a:rPr>
              <a:t>果香</a:t>
            </a:r>
            <a:r>
              <a:rPr lang="en-US" altLang="zh-CN" sz="1135">
                <a:solidFill>
                  <a:srgbClr val="FF0000"/>
                </a:solidFill>
                <a:latin typeface="微软雅黑" panose="020B0503020204020204" charset="-122"/>
                <a:ea typeface="微软雅黑" panose="020B0503020204020204" charset="-122"/>
                <a:sym typeface="+mn-ea"/>
              </a:rPr>
              <a:t>+</a:t>
            </a:r>
            <a:r>
              <a:rPr lang="zh-CN" altLang="en-US" sz="1135">
                <a:solidFill>
                  <a:srgbClr val="FF0000"/>
                </a:solidFill>
                <a:latin typeface="微软雅黑" panose="020B0503020204020204" charset="-122"/>
                <a:ea typeface="微软雅黑" panose="020B0503020204020204" charset="-122"/>
                <a:sym typeface="+mn-ea"/>
              </a:rPr>
              <a:t>辣香多重味觉层次，</a:t>
            </a:r>
            <a:r>
              <a:rPr lang="zh-CN" sz="1135">
                <a:solidFill>
                  <a:srgbClr val="FF0000"/>
                </a:solidFill>
                <a:sym typeface="+mn-ea"/>
              </a:rPr>
              <a:t>可以喝汤的火锅</a:t>
            </a:r>
            <a:endParaRPr lang="zh-CN" altLang="en-US" sz="1135">
              <a:solidFill>
                <a:srgbClr val="FF0000"/>
              </a:solidFill>
            </a:endParaRPr>
          </a:p>
        </p:txBody>
      </p:sp>
      <p:sp>
        <p:nvSpPr>
          <p:cNvPr id="3" name="文本框 2"/>
          <p:cNvSpPr txBox="1"/>
          <p:nvPr/>
        </p:nvSpPr>
        <p:spPr>
          <a:xfrm>
            <a:off x="2852374" y="4623872"/>
            <a:ext cx="1328906" cy="1143000"/>
          </a:xfrm>
          <a:prstGeom prst="rect">
            <a:avLst/>
          </a:prstGeom>
          <a:noFill/>
        </p:spPr>
        <p:txBody>
          <a:bodyPr wrap="square" rtlCol="0">
            <a:spAutoFit/>
          </a:bodyPr>
          <a:p>
            <a:pPr>
              <a:lnSpc>
                <a:spcPct val="120000"/>
              </a:lnSpc>
            </a:pPr>
            <a:r>
              <a:rPr lang="zh-CN" altLang="en-US" sz="1135" b="1">
                <a:solidFill>
                  <a:srgbClr val="FF0000"/>
                </a:solidFill>
                <a:sym typeface="+mn-ea"/>
              </a:rPr>
              <a:t>不够香、</a:t>
            </a:r>
            <a:endParaRPr lang="zh-CN" altLang="en-US" sz="1135" b="1">
              <a:solidFill>
                <a:srgbClr val="FF0000"/>
              </a:solidFill>
              <a:sym typeface="+mn-ea"/>
            </a:endParaRPr>
          </a:p>
          <a:p>
            <a:pPr>
              <a:lnSpc>
                <a:spcPct val="120000"/>
              </a:lnSpc>
            </a:pPr>
            <a:r>
              <a:rPr lang="zh-CN" altLang="en-US" sz="1135" b="1">
                <a:solidFill>
                  <a:srgbClr val="FF0000"/>
                </a:solidFill>
                <a:sym typeface="+mn-ea"/>
              </a:rPr>
              <a:t>酸菜没有酸味、</a:t>
            </a:r>
            <a:endParaRPr lang="zh-CN" altLang="en-US" sz="1135" b="1">
              <a:solidFill>
                <a:srgbClr val="FF0000"/>
              </a:solidFill>
              <a:sym typeface="+mn-ea"/>
            </a:endParaRPr>
          </a:p>
          <a:p>
            <a:pPr>
              <a:lnSpc>
                <a:spcPct val="120000"/>
              </a:lnSpc>
            </a:pPr>
            <a:r>
              <a:rPr lang="zh-CN" altLang="en-US" sz="1135" b="1">
                <a:solidFill>
                  <a:srgbClr val="FF0000"/>
                </a:solidFill>
                <a:sym typeface="+mn-ea"/>
              </a:rPr>
              <a:t>太油、</a:t>
            </a:r>
            <a:endParaRPr lang="zh-CN" altLang="en-US" sz="1135" b="1">
              <a:solidFill>
                <a:srgbClr val="FF0000"/>
              </a:solidFill>
              <a:sym typeface="+mn-ea"/>
            </a:endParaRPr>
          </a:p>
          <a:p>
            <a:pPr>
              <a:lnSpc>
                <a:spcPct val="120000"/>
              </a:lnSpc>
            </a:pPr>
            <a:r>
              <a:rPr lang="zh-CN" altLang="en-US" sz="1135" b="1">
                <a:solidFill>
                  <a:srgbClr val="FF0000"/>
                </a:solidFill>
                <a:sym typeface="+mn-ea"/>
              </a:rPr>
              <a:t>太苦、</a:t>
            </a:r>
            <a:endParaRPr lang="zh-CN" altLang="en-US" sz="1135" b="1">
              <a:solidFill>
                <a:srgbClr val="FF0000"/>
              </a:solidFill>
              <a:sym typeface="+mn-ea"/>
            </a:endParaRPr>
          </a:p>
          <a:p>
            <a:pPr>
              <a:lnSpc>
                <a:spcPct val="120000"/>
              </a:lnSpc>
            </a:pPr>
            <a:r>
              <a:rPr lang="zh-CN" altLang="en-US" sz="1135" b="1">
                <a:solidFill>
                  <a:srgbClr val="FF0000"/>
                </a:solidFill>
                <a:sym typeface="+mn-ea"/>
              </a:rPr>
              <a:t>太咸。</a:t>
            </a:r>
            <a:endParaRPr lang="zh-CN" sz="1135">
              <a:solidFill>
                <a:schemeClr val="tx1">
                  <a:lumMod val="65000"/>
                  <a:lumOff val="35000"/>
                </a:schemeClr>
              </a:solidFill>
              <a:sym typeface="+mn-ea"/>
            </a:endParaRPr>
          </a:p>
        </p:txBody>
      </p:sp>
      <p:sp>
        <p:nvSpPr>
          <p:cNvPr id="6" name="文本框 5"/>
          <p:cNvSpPr txBox="1"/>
          <p:nvPr/>
        </p:nvSpPr>
        <p:spPr>
          <a:xfrm>
            <a:off x="3735511" y="2966789"/>
            <a:ext cx="1235312" cy="427770"/>
          </a:xfrm>
          <a:prstGeom prst="rect">
            <a:avLst/>
          </a:prstGeom>
        </p:spPr>
        <p:txBody>
          <a:bodyPr>
            <a:noAutofit/>
          </a:bodyPr>
          <a:p>
            <a:r>
              <a:rPr lang="zh-CN" altLang="en-US" sz="1510"/>
              <a:t>最强差异点</a:t>
            </a:r>
            <a:endParaRPr lang="zh-CN" altLang="en-US" sz="1510"/>
          </a:p>
        </p:txBody>
      </p:sp>
      <p:sp>
        <p:nvSpPr>
          <p:cNvPr id="9" name="文本框 8"/>
          <p:cNvSpPr txBox="1"/>
          <p:nvPr/>
        </p:nvSpPr>
        <p:spPr>
          <a:xfrm>
            <a:off x="6879288" y="2976389"/>
            <a:ext cx="4509280" cy="481766"/>
          </a:xfrm>
          <a:prstGeom prst="rect">
            <a:avLst/>
          </a:prstGeom>
        </p:spPr>
        <p:txBody>
          <a:bodyPr>
            <a:noAutofit/>
          </a:bodyPr>
          <a:p>
            <a:r>
              <a:rPr lang="zh-CN" altLang="en-US" sz="1510">
                <a:solidFill>
                  <a:srgbClr val="FF0000"/>
                </a:solidFill>
              </a:rPr>
              <a:t>用户价值：脆爽</a:t>
            </a:r>
            <a:r>
              <a:rPr lang="zh-CN" altLang="en-US" sz="1510">
                <a:solidFill>
                  <a:srgbClr val="FF0000"/>
                </a:solidFill>
                <a:latin typeface="微软雅黑" panose="020B0503020204020204" charset="-122"/>
                <a:ea typeface="微软雅黑" panose="020B0503020204020204" charset="-122"/>
                <a:sym typeface="+mn-ea"/>
              </a:rPr>
              <a:t>酸辣鲜</a:t>
            </a:r>
            <a:r>
              <a:rPr lang="zh-CN" altLang="en-US" sz="1510">
                <a:solidFill>
                  <a:srgbClr val="FF0000"/>
                </a:solidFill>
              </a:rPr>
              <a:t>，更香更好吃</a:t>
            </a:r>
            <a:endParaRPr lang="zh-CN" altLang="en-US" sz="1510">
              <a:solidFill>
                <a:srgbClr val="FF0000"/>
              </a:solidFill>
            </a:endParaRPr>
          </a:p>
        </p:txBody>
      </p:sp>
      <p:sp>
        <p:nvSpPr>
          <p:cNvPr id="12" name="文本框 11"/>
          <p:cNvSpPr txBox="1"/>
          <p:nvPr/>
        </p:nvSpPr>
        <p:spPr>
          <a:xfrm>
            <a:off x="483870" y="254000"/>
            <a:ext cx="7918450" cy="735965"/>
          </a:xfrm>
          <a:prstGeom prst="rect">
            <a:avLst/>
          </a:prstGeom>
          <a:noFill/>
        </p:spPr>
        <p:txBody>
          <a:bodyPr wrap="square" rtlCol="0" anchor="t">
            <a:noAutofit/>
          </a:bodyPr>
          <a:p>
            <a:r>
              <a:rPr lang="zh-CN" altLang="en-US" sz="3200" b="1"/>
              <a:t>三元法分析表：确定核心差异</a:t>
            </a:r>
            <a:r>
              <a:rPr lang="zh-CN" altLang="en-US" sz="3200" b="1"/>
              <a:t>点</a:t>
            </a:r>
            <a:endParaRPr lang="zh-CN" altLang="en-US" sz="3200" b="1"/>
          </a:p>
        </p:txBody>
      </p:sp>
    </p:spTree>
    <p:custDataLst>
      <p:tags r:id="rId9"/>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205" name=""/>
        <p:cNvGrpSpPr/>
        <p:nvPr/>
      </p:nvGrpSpPr>
      <p:grpSpPr/>
      <p:pic>
        <p:nvPicPr>
          <p:cNvPr id="2097240" name="图片 6" descr="灰(1)"/>
          <p:cNvPicPr>
            <a:picLocks noChangeAspect="1"/>
          </p:cNvPicPr>
          <p:nvPr>
            <p:custDataLst>
              <p:tags r:id="rId1"/>
            </p:custDataLst>
          </p:nvPr>
        </p:nvPicPr>
        <p:blipFill>
          <a:blip r:embed="rId2"/>
          <a:srcRect/>
          <a:stretch>
            <a:fillRect/>
          </a:stretch>
        </p:blipFill>
        <p:spPr>
          <a:xfrm>
            <a:off x="1130" y="1335777"/>
            <a:ext cx="11518547" cy="4484868"/>
          </a:xfrm>
          <a:prstGeom prst="rect">
            <a:avLst/>
          </a:prstGeom>
        </p:spPr>
      </p:pic>
      <p:sp>
        <p:nvSpPr>
          <p:cNvPr id="1048669" name="文本框 5"/>
          <p:cNvSpPr txBox="1"/>
          <p:nvPr/>
        </p:nvSpPr>
        <p:spPr>
          <a:xfrm>
            <a:off x="711200" y="1570355"/>
            <a:ext cx="11044555" cy="3526790"/>
          </a:xfrm>
          <a:prstGeom prst="rect">
            <a:avLst/>
          </a:prstGeom>
          <a:noFill/>
        </p:spPr>
        <p:txBody>
          <a:bodyPr wrap="square" rtlCol="0" anchor="t">
            <a:noAutofit/>
          </a:bodyPr>
          <a:p>
            <a:pPr algn="l">
              <a:lnSpc>
                <a:spcPct val="140000"/>
              </a:lnSpc>
            </a:pPr>
            <a:r>
              <a:rPr lang="en-US" altLang="zh-CN" sz="3200" b="1">
                <a:solidFill>
                  <a:srgbClr val="C00000"/>
                </a:solidFill>
                <a:sym typeface="+mn-ea"/>
              </a:rPr>
              <a:t>1</a:t>
            </a:r>
            <a:r>
              <a:rPr lang="zh-CN" altLang="en-US" sz="3200" b="1">
                <a:solidFill>
                  <a:srgbClr val="C00000"/>
                </a:solidFill>
                <a:sym typeface="+mn-ea"/>
              </a:rPr>
              <a:t>、色：能看到差异，如名扬火锅底料</a:t>
            </a:r>
            <a:endParaRPr lang="zh-CN" altLang="en-US" sz="3200" b="1">
              <a:solidFill>
                <a:srgbClr val="C00000"/>
              </a:solidFill>
              <a:sym typeface="+mn-ea"/>
            </a:endParaRPr>
          </a:p>
          <a:p>
            <a:pPr algn="l">
              <a:lnSpc>
                <a:spcPct val="140000"/>
              </a:lnSpc>
            </a:pPr>
            <a:r>
              <a:rPr lang="en-US" altLang="zh-CN" sz="3200" b="1">
                <a:solidFill>
                  <a:srgbClr val="C00000"/>
                </a:solidFill>
                <a:sym typeface="+mn-ea"/>
              </a:rPr>
              <a:t>2</a:t>
            </a:r>
            <a:r>
              <a:rPr lang="zh-CN" altLang="en-US" sz="3200" b="1">
                <a:solidFill>
                  <a:srgbClr val="C00000"/>
                </a:solidFill>
                <a:sym typeface="+mn-ea"/>
              </a:rPr>
              <a:t>、受</a:t>
            </a:r>
            <a:r>
              <a:rPr lang="zh-CN" altLang="en-US" sz="3200" b="1">
                <a:solidFill>
                  <a:srgbClr val="C00000"/>
                </a:solidFill>
                <a:sym typeface="+mn-ea"/>
              </a:rPr>
              <a:t>：能吃、闻、摸到差异，如绝味绝弹龙虾尾</a:t>
            </a:r>
            <a:endParaRPr lang="zh-CN" altLang="en-US" sz="3200" b="1">
              <a:solidFill>
                <a:srgbClr val="C00000"/>
              </a:solidFill>
              <a:sym typeface="+mn-ea"/>
            </a:endParaRPr>
          </a:p>
          <a:p>
            <a:pPr algn="l">
              <a:lnSpc>
                <a:spcPct val="140000"/>
              </a:lnSpc>
            </a:pPr>
            <a:r>
              <a:rPr lang="en-US" altLang="zh-CN" sz="3200" b="1">
                <a:solidFill>
                  <a:srgbClr val="C00000"/>
                </a:solidFill>
                <a:sym typeface="+mn-ea"/>
              </a:rPr>
              <a:t>3</a:t>
            </a:r>
            <a:r>
              <a:rPr lang="zh-CN" altLang="en-US" sz="3200" b="1">
                <a:solidFill>
                  <a:srgbClr val="C00000"/>
                </a:solidFill>
                <a:sym typeface="+mn-ea"/>
              </a:rPr>
              <a:t>、想</a:t>
            </a:r>
            <a:r>
              <a:rPr lang="zh-CN" altLang="en-US" sz="3200" b="1">
                <a:solidFill>
                  <a:srgbClr val="C00000"/>
                </a:solidFill>
                <a:sym typeface="+mn-ea"/>
              </a:rPr>
              <a:t>：能产生联想，如甜过初恋、能拍月亮的手机</a:t>
            </a:r>
            <a:endParaRPr lang="zh-CN" altLang="en-US" sz="3200" b="1">
              <a:solidFill>
                <a:srgbClr val="C00000"/>
              </a:solidFill>
              <a:sym typeface="+mn-ea"/>
            </a:endParaRPr>
          </a:p>
          <a:p>
            <a:pPr algn="l">
              <a:lnSpc>
                <a:spcPct val="140000"/>
              </a:lnSpc>
            </a:pPr>
            <a:r>
              <a:rPr lang="en-US" altLang="zh-CN" sz="3200" b="1">
                <a:solidFill>
                  <a:srgbClr val="C00000"/>
                </a:solidFill>
                <a:sym typeface="+mn-ea"/>
              </a:rPr>
              <a:t>4</a:t>
            </a:r>
            <a:r>
              <a:rPr lang="zh-CN" altLang="en-US" sz="3200" b="1">
                <a:solidFill>
                  <a:srgbClr val="C00000"/>
                </a:solidFill>
                <a:sym typeface="+mn-ea"/>
              </a:rPr>
              <a:t>、行</a:t>
            </a:r>
            <a:r>
              <a:rPr lang="zh-CN" altLang="en-US" sz="3200" b="1">
                <a:solidFill>
                  <a:srgbClr val="C00000"/>
                </a:solidFill>
                <a:sym typeface="+mn-ea"/>
              </a:rPr>
              <a:t>：能测试验证，如可生食鸡蛋、好</a:t>
            </a:r>
            <a:r>
              <a:rPr lang="zh-CN" altLang="en-US" sz="3200" b="1">
                <a:solidFill>
                  <a:srgbClr val="C00000"/>
                </a:solidFill>
                <a:sym typeface="+mn-ea"/>
              </a:rPr>
              <a:t>酒拉酒线</a:t>
            </a:r>
            <a:endParaRPr lang="zh-CN" altLang="en-US" sz="3200" b="1">
              <a:solidFill>
                <a:srgbClr val="C00000"/>
              </a:solidFill>
              <a:sym typeface="+mn-ea"/>
            </a:endParaRPr>
          </a:p>
          <a:p>
            <a:pPr algn="l">
              <a:lnSpc>
                <a:spcPct val="140000"/>
              </a:lnSpc>
            </a:pPr>
            <a:r>
              <a:rPr lang="en-US" altLang="zh-CN" sz="3200" b="1">
                <a:solidFill>
                  <a:srgbClr val="C00000"/>
                </a:solidFill>
                <a:sym typeface="+mn-ea"/>
              </a:rPr>
              <a:t>5</a:t>
            </a:r>
            <a:r>
              <a:rPr lang="zh-CN" altLang="en-US" sz="3200" b="1">
                <a:solidFill>
                  <a:srgbClr val="C00000"/>
                </a:solidFill>
                <a:sym typeface="+mn-ea"/>
              </a:rPr>
              <a:t>、识</a:t>
            </a:r>
            <a:r>
              <a:rPr lang="zh-CN" altLang="en-US" sz="3200" b="1">
                <a:solidFill>
                  <a:srgbClr val="C00000"/>
                </a:solidFill>
                <a:sym typeface="+mn-ea"/>
              </a:rPr>
              <a:t>：数据化、科学化认知，如</a:t>
            </a:r>
            <a:r>
              <a:rPr lang="en-US" altLang="zh-CN" sz="3200" b="1">
                <a:solidFill>
                  <a:srgbClr val="C00000"/>
                </a:solidFill>
                <a:sym typeface="+mn-ea"/>
              </a:rPr>
              <a:t>0</a:t>
            </a:r>
            <a:r>
              <a:rPr lang="zh-CN" altLang="en-US" sz="3200" b="1">
                <a:solidFill>
                  <a:srgbClr val="C00000"/>
                </a:solidFill>
                <a:sym typeface="+mn-ea"/>
              </a:rPr>
              <a:t>糖</a:t>
            </a:r>
            <a:r>
              <a:rPr lang="en-US" altLang="zh-CN" sz="3200" b="1">
                <a:solidFill>
                  <a:srgbClr val="C00000"/>
                </a:solidFill>
                <a:sym typeface="+mn-ea"/>
              </a:rPr>
              <a:t>0</a:t>
            </a:r>
            <a:r>
              <a:rPr lang="zh-CN" altLang="en-US" sz="3200" b="1">
                <a:solidFill>
                  <a:srgbClr val="C00000"/>
                </a:solidFill>
                <a:sym typeface="+mn-ea"/>
              </a:rPr>
              <a:t>卡、其他没</a:t>
            </a:r>
            <a:r>
              <a:rPr lang="zh-CN" altLang="en-US" sz="3200" b="1">
                <a:solidFill>
                  <a:srgbClr val="C00000"/>
                </a:solidFill>
                <a:sym typeface="+mn-ea"/>
              </a:rPr>
              <a:t>了</a:t>
            </a:r>
            <a:endParaRPr lang="zh-CN" altLang="en-US" sz="3200" b="1">
              <a:solidFill>
                <a:srgbClr val="C00000"/>
              </a:solidFill>
              <a:sym typeface="+mn-ea"/>
            </a:endParaRPr>
          </a:p>
        </p:txBody>
      </p:sp>
      <p:sp>
        <p:nvSpPr>
          <p:cNvPr id="1048670" name="文本框 2"/>
          <p:cNvSpPr txBox="1"/>
          <p:nvPr/>
        </p:nvSpPr>
        <p:spPr>
          <a:xfrm>
            <a:off x="0" y="405130"/>
            <a:ext cx="11520170" cy="871855"/>
          </a:xfrm>
          <a:prstGeom prst="rect">
            <a:avLst/>
          </a:prstGeom>
          <a:noFill/>
        </p:spPr>
        <p:txBody>
          <a:bodyPr wrap="square" rtlCol="0" anchor="t">
            <a:noAutofit/>
          </a:bodyPr>
          <a:p>
            <a:pPr algn="ctr"/>
            <a:r>
              <a:rPr lang="zh-CN" altLang="en-US" sz="4400">
                <a:sym typeface="+mn-ea"/>
              </a:rPr>
              <a:t>用那个</a:t>
            </a:r>
            <a:r>
              <a:rPr lang="en-US" altLang="zh-CN" sz="4400">
                <a:sym typeface="+mn-ea"/>
              </a:rPr>
              <a:t>5</a:t>
            </a:r>
            <a:r>
              <a:rPr lang="zh-CN" altLang="en-US" sz="4400">
                <a:sym typeface="+mn-ea"/>
              </a:rPr>
              <a:t>维方法，用户能不能感知差异？</a:t>
            </a:r>
            <a:endParaRPr lang="zh-CN" altLang="en-US" sz="4400" dirty="0">
              <a:sym typeface="+mn-ea"/>
            </a:endParaRPr>
          </a:p>
        </p:txBody>
      </p:sp>
      <p:sp>
        <p:nvSpPr>
          <p:cNvPr id="1048671" name="文本框 2"/>
          <p:cNvSpPr txBox="1"/>
          <p:nvPr/>
        </p:nvSpPr>
        <p:spPr>
          <a:xfrm>
            <a:off x="0" y="5390515"/>
            <a:ext cx="11519535" cy="871855"/>
          </a:xfrm>
          <a:prstGeom prst="rect">
            <a:avLst/>
          </a:prstGeom>
          <a:noFill/>
        </p:spPr>
        <p:txBody>
          <a:bodyPr wrap="square" rtlCol="0" anchor="t">
            <a:noAutofit/>
          </a:bodyPr>
          <a:p>
            <a:pPr algn="ctr">
              <a:lnSpc>
                <a:spcPct val="120000"/>
              </a:lnSpc>
            </a:pPr>
            <a:r>
              <a:rPr lang="zh-CN" altLang="en-US" sz="3200" b="1">
                <a:solidFill>
                  <a:schemeClr val="tx1"/>
                </a:solidFill>
                <a:sym typeface="+mn-ea"/>
              </a:rPr>
              <a:t>最好能看得出来，最好</a:t>
            </a:r>
            <a:r>
              <a:rPr lang="zh-CN" altLang="en-US" sz="3200" b="1">
                <a:solidFill>
                  <a:schemeClr val="tx1"/>
                </a:solidFill>
                <a:sym typeface="+mn-ea"/>
              </a:rPr>
              <a:t>传播</a:t>
            </a:r>
            <a:endParaRPr lang="zh-CN" altLang="en-US" sz="3200" b="1">
              <a:solidFill>
                <a:schemeClr val="tx1"/>
              </a:solidFill>
              <a:sym typeface="+mn-ea"/>
            </a:endParaRPr>
          </a:p>
        </p:txBody>
      </p:sp>
      <p:sp>
        <p:nvSpPr>
          <p:cNvPr id="1" name="文本框 0"/>
          <p:cNvSpPr txBox="1"/>
          <p:nvPr/>
        </p:nvSpPr>
        <p:spPr>
          <a:xfrm>
            <a:off x="9379585" y="-494030"/>
            <a:ext cx="3839845" cy="368300"/>
          </a:xfrm>
          <a:prstGeom prst="rect">
            <a:avLst/>
          </a:prstGeom>
          <a:noFill/>
        </p:spPr>
        <p:txBody>
          <a:bodyPr wrap="square" rtlCol="0">
            <a:spAutoFit/>
          </a:bodyPr>
          <a:p>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371" name=""/>
        <p:cNvGrpSpPr/>
        <p:nvPr/>
      </p:nvGrpSpPr>
      <p:grpSpPr>
        <a:xfrm>
          <a:off x="0" y="0"/>
          <a:ext cx="0" cy="0"/>
          <a:chOff x="0" y="0"/>
          <a:chExt cx="0" cy="0"/>
        </a:xfrm>
      </p:grpSpPr>
      <p:sp>
        <p:nvSpPr>
          <p:cNvPr id="1048810" name="标题 1"/>
          <p:cNvSpPr txBox="1"/>
          <p:nvPr/>
        </p:nvSpPr>
        <p:spPr>
          <a:xfrm>
            <a:off x="349250" y="233045"/>
            <a:ext cx="10692765" cy="496570"/>
          </a:xfrm>
          <a:prstGeom prst="rect">
            <a:avLst/>
          </a:prstGeom>
        </p:spPr>
        <p:txBody>
          <a:bodyPr vert="horz" lIns="80994" tIns="40497" rIns="80994" bIns="40497" rtlCol="0" anchor="b">
            <a:noAutofit/>
          </a:bodyPr>
          <a:lstStyle>
            <a:lvl1pPr algn="ctr" defTabSz="975360" rtl="0" eaLnBrk="1" latinLnBrk="0" hangingPunct="1">
              <a:lnSpc>
                <a:spcPct val="90000"/>
              </a:lnSpc>
              <a:spcBef>
                <a:spcPct val="0"/>
              </a:spcBef>
              <a:buNone/>
              <a:defRPr sz="6400" kern="1200">
                <a:solidFill>
                  <a:schemeClr val="tx1"/>
                </a:solidFill>
                <a:latin typeface="+mj-lt"/>
                <a:ea typeface="+mj-ea"/>
                <a:cs typeface="+mj-cs"/>
              </a:defRPr>
            </a:lvl1pPr>
          </a:lstStyle>
          <a:p>
            <a:pPr algn="l">
              <a:lnSpc>
                <a:spcPct val="130000"/>
              </a:lnSpc>
              <a:spcBef>
                <a:spcPts val="1175"/>
              </a:spcBef>
            </a:pPr>
            <a:r>
              <a:rPr lang="zh-CN" altLang="en-US" sz="2835" dirty="0">
                <a:solidFill>
                  <a:schemeClr val="tx1"/>
                </a:solidFill>
                <a:latin typeface="微软雅黑" panose="020B0503020204020204" charset="-122"/>
                <a:ea typeface="微软雅黑" panose="020B0503020204020204" charset="-122"/>
              </a:rPr>
              <a:t>绝弹龙虾尾产品端</a:t>
            </a:r>
            <a:r>
              <a:rPr lang="zh-CN" sz="2835" b="1" dirty="0">
                <a:solidFill>
                  <a:schemeClr val="tx1"/>
                </a:solidFill>
                <a:latin typeface="微软雅黑" panose="020B0503020204020204" charset="-122"/>
                <a:ea typeface="微软雅黑" panose="020B0503020204020204" charset="-122"/>
              </a:rPr>
              <a:t>最</a:t>
            </a:r>
            <a:r>
              <a:rPr lang="zh-CN" altLang="en-US" sz="2835" b="1" dirty="0">
                <a:solidFill>
                  <a:schemeClr val="tx1"/>
                </a:solidFill>
                <a:latin typeface="微软雅黑" panose="020B0503020204020204" charset="-122"/>
                <a:ea typeface="微软雅黑" panose="020B0503020204020204" charset="-122"/>
              </a:rPr>
              <a:t>强感知</a:t>
            </a:r>
            <a:r>
              <a:rPr lang="zh-CN" altLang="en-US" sz="2835" dirty="0">
                <a:solidFill>
                  <a:schemeClr val="tx1"/>
                </a:solidFill>
                <a:latin typeface="微软雅黑" panose="020B0503020204020204" charset="-122"/>
                <a:ea typeface="微软雅黑" panose="020B0503020204020204" charset="-122"/>
              </a:rPr>
              <a:t>的卖点：</a:t>
            </a:r>
            <a:r>
              <a:rPr lang="en-US" altLang="zh-CN" sz="2835" b="1" dirty="0">
                <a:solidFill>
                  <a:schemeClr val="tx1"/>
                </a:solidFill>
                <a:latin typeface="微软雅黑" panose="020B0503020204020204" charset="-122"/>
                <a:ea typeface="微软雅黑" panose="020B0503020204020204" charset="-122"/>
              </a:rPr>
              <a:t>Q</a:t>
            </a:r>
            <a:r>
              <a:rPr lang="zh-CN" altLang="en-US" sz="2835" b="1" dirty="0">
                <a:solidFill>
                  <a:schemeClr val="tx1"/>
                </a:solidFill>
                <a:latin typeface="微软雅黑" panose="020B0503020204020204" charset="-122"/>
                <a:ea typeface="微软雅黑" panose="020B0503020204020204" charset="-122"/>
              </a:rPr>
              <a:t>弹</a:t>
            </a:r>
            <a:r>
              <a:rPr lang="en-US" altLang="zh-CN" sz="2835" b="1" dirty="0">
                <a:solidFill>
                  <a:schemeClr val="tx1"/>
                </a:solidFill>
                <a:latin typeface="微软雅黑" panose="020B0503020204020204" charset="-122"/>
                <a:ea typeface="微软雅黑" panose="020B0503020204020204" charset="-122"/>
              </a:rPr>
              <a:t>=</a:t>
            </a:r>
            <a:r>
              <a:rPr lang="zh-CN" altLang="en-US" sz="2835" b="1" dirty="0">
                <a:solidFill>
                  <a:schemeClr val="tx1"/>
                </a:solidFill>
                <a:latin typeface="微软雅黑" panose="020B0503020204020204" charset="-122"/>
                <a:ea typeface="微软雅黑" panose="020B0503020204020204" charset="-122"/>
              </a:rPr>
              <a:t>新鲜</a:t>
            </a:r>
            <a:endParaRPr lang="zh-CN" altLang="en-US" sz="2835" b="1" dirty="0">
              <a:solidFill>
                <a:schemeClr val="tx1"/>
              </a:solidFill>
              <a:latin typeface="微软雅黑" panose="020B0503020204020204" charset="-122"/>
              <a:ea typeface="微软雅黑" panose="020B0503020204020204" charset="-122"/>
            </a:endParaRPr>
          </a:p>
        </p:txBody>
      </p:sp>
      <p:pic>
        <p:nvPicPr>
          <p:cNvPr id="2097328" name="图片 1"/>
          <p:cNvPicPr>
            <a:picLocks noChangeAspect="1"/>
          </p:cNvPicPr>
          <p:nvPr/>
        </p:nvPicPr>
        <p:blipFill>
          <a:blip r:embed="rId1"/>
          <a:srcRect/>
          <a:stretch>
            <a:fillRect/>
          </a:stretch>
        </p:blipFill>
        <p:spPr>
          <a:xfrm>
            <a:off x="9242520" y="2767304"/>
            <a:ext cx="2146910" cy="2840986"/>
          </a:xfrm>
          <a:prstGeom prst="rect">
            <a:avLst/>
          </a:prstGeom>
        </p:spPr>
      </p:pic>
      <p:grpSp>
        <p:nvGrpSpPr>
          <p:cNvPr id="372" name="组合 2"/>
          <p:cNvGrpSpPr/>
          <p:nvPr/>
        </p:nvGrpSpPr>
        <p:grpSpPr>
          <a:xfrm rot="16200000">
            <a:off x="4545979" y="3296578"/>
            <a:ext cx="2921980" cy="1827433"/>
            <a:chOff x="11571" y="2071"/>
            <a:chExt cx="8159" cy="5102"/>
          </a:xfrm>
        </p:grpSpPr>
        <p:pic>
          <p:nvPicPr>
            <p:cNvPr id="2097329" name="图片 4" descr="b6055a18977bc9ba47d7bd2f43dde91"/>
            <p:cNvPicPr>
              <a:picLocks noChangeAspect="1"/>
            </p:cNvPicPr>
            <p:nvPr/>
          </p:nvPicPr>
          <p:blipFill>
            <a:blip r:embed="rId2"/>
            <a:srcRect/>
            <a:stretch>
              <a:fillRect/>
            </a:stretch>
          </p:blipFill>
          <p:spPr>
            <a:xfrm>
              <a:off x="11571" y="2071"/>
              <a:ext cx="4441" cy="5102"/>
            </a:xfrm>
            <a:prstGeom prst="rect">
              <a:avLst/>
            </a:prstGeom>
          </p:spPr>
        </p:pic>
        <p:pic>
          <p:nvPicPr>
            <p:cNvPr id="2097330" name="图片 5" descr="9787cdd153788155376abf0afe5773b"/>
            <p:cNvPicPr>
              <a:picLocks noChangeAspect="1"/>
            </p:cNvPicPr>
            <p:nvPr/>
          </p:nvPicPr>
          <p:blipFill>
            <a:blip r:embed="rId3"/>
            <a:srcRect/>
            <a:stretch>
              <a:fillRect/>
            </a:stretch>
          </p:blipFill>
          <p:spPr>
            <a:xfrm>
              <a:off x="15212" y="2071"/>
              <a:ext cx="4518" cy="5101"/>
            </a:xfrm>
            <a:prstGeom prst="rect">
              <a:avLst/>
            </a:prstGeom>
          </p:spPr>
        </p:pic>
      </p:grpSp>
      <p:sp>
        <p:nvSpPr>
          <p:cNvPr id="1048811" name="标题 1"/>
          <p:cNvSpPr txBox="1"/>
          <p:nvPr/>
        </p:nvSpPr>
        <p:spPr>
          <a:xfrm>
            <a:off x="191975" y="1183978"/>
            <a:ext cx="4900715" cy="571459"/>
          </a:xfrm>
          <a:prstGeom prst="rect">
            <a:avLst/>
          </a:prstGeom>
        </p:spPr>
        <p:txBody>
          <a:bodyPr vert="horz" lIns="80994" tIns="40497" rIns="80994" bIns="40497" rtlCol="0" anchor="b">
            <a:noAutofit/>
          </a:bodyPr>
          <a:lstStyle>
            <a:lvl1pPr algn="ctr" defTabSz="975360" rtl="0" eaLnBrk="1" latinLnBrk="0" hangingPunct="1">
              <a:lnSpc>
                <a:spcPct val="90000"/>
              </a:lnSpc>
              <a:spcBef>
                <a:spcPct val="0"/>
              </a:spcBef>
              <a:buNone/>
              <a:defRPr sz="6400" kern="1200">
                <a:solidFill>
                  <a:schemeClr val="tx1"/>
                </a:solidFill>
                <a:latin typeface="+mj-lt"/>
                <a:ea typeface="+mj-ea"/>
                <a:cs typeface="+mj-cs"/>
              </a:defRPr>
            </a:lvl1pPr>
          </a:lstStyle>
          <a:p>
            <a:pPr algn="l">
              <a:lnSpc>
                <a:spcPct val="130000"/>
              </a:lnSpc>
              <a:spcBef>
                <a:spcPts val="1175"/>
              </a:spcBef>
            </a:pPr>
            <a:r>
              <a:rPr lang="en-US" altLang="zh-CN" sz="2480" b="1" dirty="0">
                <a:solidFill>
                  <a:srgbClr val="C00000"/>
                </a:solidFill>
                <a:latin typeface="微软雅黑" panose="020B0503020204020204" charset="-122"/>
                <a:ea typeface="微软雅黑" panose="020B0503020204020204" charset="-122"/>
              </a:rPr>
              <a:t>1</a:t>
            </a:r>
            <a:r>
              <a:rPr lang="zh-CN" altLang="en-US" sz="2480" b="1" dirty="0">
                <a:solidFill>
                  <a:srgbClr val="C00000"/>
                </a:solidFill>
                <a:latin typeface="微软雅黑" panose="020B0503020204020204" charset="-122"/>
                <a:ea typeface="微软雅黑" panose="020B0503020204020204" charset="-122"/>
              </a:rPr>
              <a:t>、</a:t>
            </a:r>
            <a:r>
              <a:rPr lang="en-US" altLang="zh-CN" sz="3545" b="1" dirty="0">
                <a:solidFill>
                  <a:srgbClr val="C00000"/>
                </a:solidFill>
                <a:latin typeface="微软雅黑" panose="020B0503020204020204" charset="-122"/>
                <a:ea typeface="微软雅黑" panose="020B0503020204020204" charset="-122"/>
              </a:rPr>
              <a:t>Q</a:t>
            </a:r>
            <a:r>
              <a:rPr lang="zh-CN" altLang="en-US" sz="3545" b="1" dirty="0">
                <a:solidFill>
                  <a:srgbClr val="C00000"/>
                </a:solidFill>
                <a:latin typeface="微软雅黑" panose="020B0503020204020204" charset="-122"/>
                <a:ea typeface="微软雅黑" panose="020B0503020204020204" charset="-122"/>
              </a:rPr>
              <a:t>弹鲜嫩</a:t>
            </a:r>
            <a:r>
              <a:rPr lang="zh-CN" altLang="en-US" sz="1770" dirty="0">
                <a:solidFill>
                  <a:srgbClr val="C00000"/>
                </a:solidFill>
                <a:latin typeface="微软雅黑" panose="020B0503020204020204" charset="-122"/>
                <a:ea typeface="微软雅黑" panose="020B0503020204020204" charset="-122"/>
              </a:rPr>
              <a:t>（新鲜好吃）</a:t>
            </a:r>
            <a:endParaRPr lang="zh-CN" altLang="en-US" sz="1770" dirty="0">
              <a:solidFill>
                <a:srgbClr val="C00000"/>
              </a:solidFill>
              <a:latin typeface="微软雅黑" panose="020B0503020204020204" charset="-122"/>
              <a:ea typeface="微软雅黑" panose="020B0503020204020204" charset="-122"/>
            </a:endParaRPr>
          </a:p>
        </p:txBody>
      </p:sp>
      <p:sp>
        <p:nvSpPr>
          <p:cNvPr id="1048812" name="标题 1"/>
          <p:cNvSpPr txBox="1"/>
          <p:nvPr/>
        </p:nvSpPr>
        <p:spPr>
          <a:xfrm>
            <a:off x="5093252" y="2050729"/>
            <a:ext cx="1538328" cy="571459"/>
          </a:xfrm>
          <a:prstGeom prst="rect">
            <a:avLst/>
          </a:prstGeom>
        </p:spPr>
        <p:txBody>
          <a:bodyPr vert="horz" lIns="80994" tIns="40497" rIns="80994" bIns="40497" rtlCol="0" anchor="b">
            <a:noAutofit/>
          </a:bodyPr>
          <a:lstStyle>
            <a:lvl1pPr algn="ctr" defTabSz="975360" rtl="0" eaLnBrk="1" latinLnBrk="0" hangingPunct="1">
              <a:lnSpc>
                <a:spcPct val="90000"/>
              </a:lnSpc>
              <a:spcBef>
                <a:spcPct val="0"/>
              </a:spcBef>
              <a:buNone/>
              <a:defRPr sz="6400" kern="1200">
                <a:solidFill>
                  <a:schemeClr val="tx1"/>
                </a:solidFill>
                <a:latin typeface="+mj-lt"/>
                <a:ea typeface="+mj-ea"/>
                <a:cs typeface="+mj-cs"/>
              </a:defRPr>
            </a:lvl1pPr>
          </a:lstStyle>
          <a:p>
            <a:pPr algn="l">
              <a:lnSpc>
                <a:spcPct val="130000"/>
              </a:lnSpc>
              <a:spcBef>
                <a:spcPts val="1175"/>
              </a:spcBef>
            </a:pPr>
            <a:r>
              <a:rPr lang="en-US" altLang="zh-CN" sz="2125" b="1" dirty="0">
                <a:latin typeface="微软雅黑" panose="020B0503020204020204" charset="-122"/>
                <a:ea typeface="微软雅黑" panose="020B0503020204020204" charset="-122"/>
                <a:sym typeface="+mn-ea"/>
              </a:rPr>
              <a:t>2</a:t>
            </a:r>
            <a:r>
              <a:rPr lang="zh-CN" altLang="en-US" sz="2125" b="1" dirty="0">
                <a:latin typeface="微软雅黑" panose="020B0503020204020204" charset="-122"/>
                <a:ea typeface="微软雅黑" panose="020B0503020204020204" charset="-122"/>
                <a:sym typeface="+mn-ea"/>
              </a:rPr>
              <a:t>、</a:t>
            </a:r>
            <a:r>
              <a:rPr lang="zh-CN" sz="2835" b="1" dirty="0">
                <a:solidFill>
                  <a:schemeClr val="tx1"/>
                </a:solidFill>
                <a:latin typeface="微软雅黑" panose="020B0503020204020204" charset="-122"/>
                <a:ea typeface="微软雅黑" panose="020B0503020204020204" charset="-122"/>
              </a:rPr>
              <a:t>干净</a:t>
            </a:r>
            <a:endParaRPr lang="zh-CN" altLang="en-US" sz="2125" dirty="0">
              <a:solidFill>
                <a:schemeClr val="tx1"/>
              </a:solidFill>
              <a:latin typeface="微软雅黑" panose="020B0503020204020204" charset="-122"/>
              <a:ea typeface="微软雅黑" panose="020B0503020204020204" charset="-122"/>
            </a:endParaRPr>
          </a:p>
        </p:txBody>
      </p:sp>
      <p:sp>
        <p:nvSpPr>
          <p:cNvPr id="1048813" name="标题 1"/>
          <p:cNvSpPr txBox="1"/>
          <p:nvPr/>
        </p:nvSpPr>
        <p:spPr>
          <a:xfrm>
            <a:off x="9242520" y="2050729"/>
            <a:ext cx="1875242" cy="571459"/>
          </a:xfrm>
          <a:prstGeom prst="rect">
            <a:avLst/>
          </a:prstGeom>
        </p:spPr>
        <p:txBody>
          <a:bodyPr vert="horz" lIns="80994" tIns="40497" rIns="80994" bIns="40497" rtlCol="0" anchor="b">
            <a:noAutofit/>
          </a:bodyPr>
          <a:lstStyle>
            <a:lvl1pPr algn="ctr" defTabSz="975360" rtl="0" eaLnBrk="1" latinLnBrk="0" hangingPunct="1">
              <a:lnSpc>
                <a:spcPct val="90000"/>
              </a:lnSpc>
              <a:spcBef>
                <a:spcPct val="0"/>
              </a:spcBef>
              <a:buNone/>
              <a:defRPr sz="6400" kern="1200">
                <a:solidFill>
                  <a:schemeClr val="tx1"/>
                </a:solidFill>
                <a:latin typeface="+mj-lt"/>
                <a:ea typeface="+mj-ea"/>
                <a:cs typeface="+mj-cs"/>
              </a:defRPr>
            </a:lvl1pPr>
          </a:lstStyle>
          <a:p>
            <a:pPr algn="l">
              <a:lnSpc>
                <a:spcPct val="130000"/>
              </a:lnSpc>
              <a:spcBef>
                <a:spcPts val="1175"/>
              </a:spcBef>
            </a:pPr>
            <a:r>
              <a:rPr lang="en-US" altLang="zh-CN" sz="1770" b="1" dirty="0">
                <a:solidFill>
                  <a:schemeClr val="tx1"/>
                </a:solidFill>
                <a:latin typeface="微软雅黑" panose="020B0503020204020204" charset="-122"/>
                <a:ea typeface="微软雅黑" panose="020B0503020204020204" charset="-122"/>
              </a:rPr>
              <a:t>4</a:t>
            </a:r>
            <a:r>
              <a:rPr lang="zh-CN" altLang="en-US" sz="1770" b="1" dirty="0">
                <a:solidFill>
                  <a:schemeClr val="tx1"/>
                </a:solidFill>
                <a:latin typeface="微软雅黑" panose="020B0503020204020204" charset="-122"/>
                <a:ea typeface="微软雅黑" panose="020B0503020204020204" charset="-122"/>
              </a:rPr>
              <a:t>、</a:t>
            </a:r>
            <a:r>
              <a:rPr lang="zh-CN" altLang="en-US" sz="2835" b="1" dirty="0">
                <a:solidFill>
                  <a:schemeClr val="tx1"/>
                </a:solidFill>
                <a:latin typeface="微软雅黑" panose="020B0503020204020204" charset="-122"/>
                <a:ea typeface="微软雅黑" panose="020B0503020204020204" charset="-122"/>
              </a:rPr>
              <a:t>更大</a:t>
            </a:r>
            <a:endParaRPr lang="zh-CN" altLang="en-US" sz="2835" b="1" dirty="0">
              <a:solidFill>
                <a:schemeClr val="tx1"/>
              </a:solidFill>
              <a:latin typeface="微软雅黑" panose="020B0503020204020204" charset="-122"/>
              <a:ea typeface="微软雅黑" panose="020B0503020204020204" charset="-122"/>
            </a:endParaRPr>
          </a:p>
        </p:txBody>
      </p:sp>
      <p:sp>
        <p:nvSpPr>
          <p:cNvPr id="1048814" name="标题 1"/>
          <p:cNvSpPr txBox="1"/>
          <p:nvPr/>
        </p:nvSpPr>
        <p:spPr>
          <a:xfrm>
            <a:off x="191975" y="1804372"/>
            <a:ext cx="3753859" cy="405534"/>
          </a:xfrm>
          <a:prstGeom prst="rect">
            <a:avLst/>
          </a:prstGeom>
        </p:spPr>
        <p:txBody>
          <a:bodyPr vert="horz" lIns="80994" tIns="40497" rIns="80994" bIns="40497" rtlCol="0" anchor="b">
            <a:noAutofit/>
          </a:bodyPr>
          <a:lstStyle>
            <a:lvl1pPr algn="ctr" defTabSz="975360" rtl="0" eaLnBrk="1" latinLnBrk="0" hangingPunct="1">
              <a:lnSpc>
                <a:spcPct val="90000"/>
              </a:lnSpc>
              <a:spcBef>
                <a:spcPct val="0"/>
              </a:spcBef>
              <a:buNone/>
              <a:defRPr sz="6400" kern="1200">
                <a:solidFill>
                  <a:schemeClr val="tx1"/>
                </a:solidFill>
                <a:latin typeface="+mj-lt"/>
                <a:ea typeface="+mj-ea"/>
                <a:cs typeface="+mj-cs"/>
              </a:defRPr>
            </a:lvl1pPr>
          </a:lstStyle>
          <a:p>
            <a:pPr algn="l">
              <a:lnSpc>
                <a:spcPct val="130000"/>
              </a:lnSpc>
              <a:spcBef>
                <a:spcPts val="1175"/>
              </a:spcBef>
            </a:pPr>
            <a:r>
              <a:rPr lang="zh-CN" sz="1770" dirty="0">
                <a:solidFill>
                  <a:schemeClr val="tx1"/>
                </a:solidFill>
                <a:latin typeface="微软雅黑" panose="020B0503020204020204" charset="-122"/>
                <a:ea typeface="微软雅黑" panose="020B0503020204020204" charset="-122"/>
              </a:rPr>
              <a:t>以下为视频，可点开观看</a:t>
            </a:r>
            <a:endParaRPr lang="zh-CN" sz="1770" dirty="0">
              <a:solidFill>
                <a:schemeClr val="tx1"/>
              </a:solidFill>
              <a:latin typeface="微软雅黑" panose="020B0503020204020204" charset="-122"/>
              <a:ea typeface="微软雅黑" panose="020B0503020204020204" charset="-122"/>
            </a:endParaRPr>
          </a:p>
        </p:txBody>
      </p:sp>
      <p:sp>
        <p:nvSpPr>
          <p:cNvPr id="1048815" name="标题 1"/>
          <p:cNvSpPr txBox="1"/>
          <p:nvPr/>
        </p:nvSpPr>
        <p:spPr>
          <a:xfrm>
            <a:off x="7059295" y="2050415"/>
            <a:ext cx="1988185" cy="571500"/>
          </a:xfrm>
          <a:prstGeom prst="rect">
            <a:avLst/>
          </a:prstGeom>
        </p:spPr>
        <p:txBody>
          <a:bodyPr vert="horz" lIns="80994" tIns="40497" rIns="80994" bIns="40497" rtlCol="0" anchor="b">
            <a:noAutofit/>
          </a:bodyPr>
          <a:lstStyle>
            <a:lvl1pPr algn="ctr" defTabSz="975360" rtl="0" eaLnBrk="1" latinLnBrk="0" hangingPunct="1">
              <a:lnSpc>
                <a:spcPct val="90000"/>
              </a:lnSpc>
              <a:spcBef>
                <a:spcPct val="0"/>
              </a:spcBef>
              <a:buNone/>
              <a:defRPr sz="6400" kern="1200">
                <a:solidFill>
                  <a:schemeClr val="tx1"/>
                </a:solidFill>
                <a:latin typeface="+mj-lt"/>
                <a:ea typeface="+mj-ea"/>
                <a:cs typeface="+mj-cs"/>
              </a:defRPr>
            </a:lvl1pPr>
          </a:lstStyle>
          <a:p>
            <a:pPr algn="l">
              <a:lnSpc>
                <a:spcPct val="130000"/>
              </a:lnSpc>
              <a:spcBef>
                <a:spcPts val="1175"/>
              </a:spcBef>
            </a:pPr>
            <a:r>
              <a:rPr lang="en-US" altLang="zh-CN" sz="2125" b="1" dirty="0">
                <a:latin typeface="微软雅黑" panose="020B0503020204020204" charset="-122"/>
                <a:ea typeface="微软雅黑" panose="020B0503020204020204" charset="-122"/>
                <a:sym typeface="+mn-ea"/>
              </a:rPr>
              <a:t>3</a:t>
            </a:r>
            <a:r>
              <a:rPr lang="zh-CN" altLang="en-US" sz="2125" b="1" dirty="0">
                <a:latin typeface="微软雅黑" panose="020B0503020204020204" charset="-122"/>
                <a:ea typeface="微软雅黑" panose="020B0503020204020204" charset="-122"/>
                <a:sym typeface="+mn-ea"/>
              </a:rPr>
              <a:t>、</a:t>
            </a:r>
            <a:r>
              <a:rPr lang="zh-CN" altLang="en-US" sz="2835" b="1" dirty="0">
                <a:latin typeface="微软雅黑" panose="020B0503020204020204" charset="-122"/>
                <a:ea typeface="微软雅黑" panose="020B0503020204020204" charset="-122"/>
                <a:sym typeface="+mn-ea"/>
              </a:rPr>
              <a:t>虾线</a:t>
            </a:r>
            <a:endParaRPr lang="zh-CN" altLang="en-US" sz="2835" b="1" dirty="0">
              <a:solidFill>
                <a:schemeClr val="tx1"/>
              </a:solidFill>
              <a:latin typeface="微软雅黑" panose="020B0503020204020204" charset="-122"/>
              <a:ea typeface="微软雅黑" panose="020B0503020204020204" charset="-122"/>
              <a:sym typeface="+mn-ea"/>
            </a:endParaRPr>
          </a:p>
        </p:txBody>
      </p:sp>
      <p:grpSp>
        <p:nvGrpSpPr>
          <p:cNvPr id="373" name="组合 12"/>
          <p:cNvGrpSpPr/>
          <p:nvPr/>
        </p:nvGrpSpPr>
        <p:grpSpPr>
          <a:xfrm>
            <a:off x="7043301" y="2767304"/>
            <a:ext cx="2132849" cy="2840986"/>
            <a:chOff x="11847" y="3988"/>
            <a:chExt cx="3644" cy="4853"/>
          </a:xfrm>
        </p:grpSpPr>
        <p:pic>
          <p:nvPicPr>
            <p:cNvPr id="2097331" name="图片 15"/>
            <p:cNvPicPr>
              <a:picLocks noChangeAspect="1"/>
            </p:cNvPicPr>
            <p:nvPr/>
          </p:nvPicPr>
          <p:blipFill>
            <a:blip r:embed="rId4"/>
            <a:srcRect/>
            <a:stretch>
              <a:fillRect/>
            </a:stretch>
          </p:blipFill>
          <p:spPr>
            <a:xfrm>
              <a:off x="11874" y="6241"/>
              <a:ext cx="3617" cy="2600"/>
            </a:xfrm>
            <a:prstGeom prst="rect">
              <a:avLst/>
            </a:prstGeom>
          </p:spPr>
        </p:pic>
        <p:pic>
          <p:nvPicPr>
            <p:cNvPr id="2097332" name="图片 16"/>
            <p:cNvPicPr>
              <a:picLocks noChangeAspect="1"/>
            </p:cNvPicPr>
            <p:nvPr/>
          </p:nvPicPr>
          <p:blipFill>
            <a:blip r:embed="rId5"/>
            <a:srcRect/>
            <a:stretch>
              <a:fillRect/>
            </a:stretch>
          </p:blipFill>
          <p:spPr>
            <a:xfrm>
              <a:off x="11847" y="3988"/>
              <a:ext cx="3644" cy="2253"/>
            </a:xfrm>
            <a:prstGeom prst="rect">
              <a:avLst/>
            </a:prstGeom>
          </p:spPr>
        </p:pic>
      </p:grpSp>
      <p:sp>
        <p:nvSpPr>
          <p:cNvPr id="1048816" name="标题 1"/>
          <p:cNvSpPr txBox="1"/>
          <p:nvPr/>
        </p:nvSpPr>
        <p:spPr>
          <a:xfrm>
            <a:off x="5093252" y="1479270"/>
            <a:ext cx="6180874" cy="571459"/>
          </a:xfrm>
          <a:prstGeom prst="rect">
            <a:avLst/>
          </a:prstGeom>
        </p:spPr>
        <p:txBody>
          <a:bodyPr vert="horz" lIns="80994" tIns="40497" rIns="80994" bIns="40497" rtlCol="0" anchor="b">
            <a:noAutofit/>
          </a:bodyPr>
          <a:lstStyle>
            <a:lvl1pPr algn="ctr" defTabSz="975360" rtl="0" eaLnBrk="1" latinLnBrk="0" hangingPunct="1">
              <a:lnSpc>
                <a:spcPct val="90000"/>
              </a:lnSpc>
              <a:spcBef>
                <a:spcPct val="0"/>
              </a:spcBef>
              <a:buNone/>
              <a:defRPr sz="6400" kern="1200">
                <a:solidFill>
                  <a:schemeClr val="tx1"/>
                </a:solidFill>
                <a:latin typeface="+mj-lt"/>
                <a:ea typeface="+mj-ea"/>
                <a:cs typeface="+mj-cs"/>
              </a:defRPr>
            </a:lvl1pPr>
          </a:lstStyle>
          <a:p>
            <a:pPr algn="l">
              <a:lnSpc>
                <a:spcPct val="130000"/>
              </a:lnSpc>
              <a:spcBef>
                <a:spcPts val="1175"/>
              </a:spcBef>
            </a:pPr>
            <a:r>
              <a:rPr lang="zh-CN" altLang="en-US" sz="2125" dirty="0">
                <a:solidFill>
                  <a:schemeClr val="tx1"/>
                </a:solidFill>
                <a:latin typeface="微软雅黑" panose="020B0503020204020204" charset="-122"/>
                <a:ea typeface="微软雅黑" panose="020B0503020204020204" charset="-122"/>
              </a:rPr>
              <a:t>其他三个差异化做二级卖点或不讲</a:t>
            </a:r>
            <a:endParaRPr lang="zh-CN" altLang="en-US" sz="2125" dirty="0">
              <a:solidFill>
                <a:schemeClr val="tx1"/>
              </a:solidFill>
              <a:latin typeface="微软雅黑" panose="020B0503020204020204" charset="-122"/>
              <a:ea typeface="微软雅黑" panose="020B0503020204020204" charset="-122"/>
            </a:endParaRPr>
          </a:p>
        </p:txBody>
      </p:sp>
      <p:pic>
        <p:nvPicPr>
          <p:cNvPr id="2097333" name="MyVideo_2">
            <a:hlinkClick r:id="" action="ppaction://media"/>
          </p:cNvPr>
          <p:cNvPicPr/>
          <p:nvPr>
            <a:videoFile r:link="rId6"/>
            <p:extLst>
              <p:ext uri="{DAA4B4D4-6D71-4841-9C94-3DE7FCFB9230}">
                <p14:media xmlns:p14="http://schemas.microsoft.com/office/powerpoint/2010/main" r:embed="rId7"/>
              </p:ext>
            </p:extLst>
          </p:nvPr>
        </p:nvPicPr>
        <p:blipFill>
          <a:blip r:embed="rId8"/>
          <a:stretch>
            <a:fillRect/>
          </a:stretch>
        </p:blipFill>
        <p:spPr>
          <a:xfrm>
            <a:off x="-1039250" y="2258840"/>
            <a:ext cx="6065569" cy="3412445"/>
          </a:xfrm>
          <a:prstGeom prst="rect">
            <a:avLst/>
          </a:prstGeom>
        </p:spPr>
      </p:pic>
    </p:spTree>
  </p:cSld>
  <p:clrMapOvr>
    <a:masterClrMapping/>
  </p:clrMapOvr>
  <p:timing>
    <p:tnLst>
      <p:par>
        <p:cTn id="1" dur="indefinite" restart="never" nodeType="tmRoot">
          <p:childTnLst>
            <p:video fullScrn="0">
              <p:cMediaNode>
                <p:cTn id="2" fill="hold" display="1">
                  <p:stCondLst>
                    <p:cond delay="indefinite"/>
                  </p:stCondLst>
                </p:cTn>
                <p:tgtEl>
                  <p:spTgt spid="2097333"/>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379" name=""/>
        <p:cNvGrpSpPr/>
        <p:nvPr/>
      </p:nvGrpSpPr>
      <p:grpSpPr/>
      <p:pic>
        <p:nvPicPr>
          <p:cNvPr id="2097339" name="图片 1" descr="五步打爆大单品+方法论源文件+锦成+20230924_画板 1 副本 3"/>
          <p:cNvPicPr>
            <a:picLocks noChangeAspect="1"/>
          </p:cNvPicPr>
          <p:nvPr/>
        </p:nvPicPr>
        <p:blipFill>
          <a:blip r:embed="rId1"/>
          <a:stretch>
            <a:fillRect/>
          </a:stretch>
        </p:blipFill>
        <p:spPr>
          <a:xfrm>
            <a:off x="2329" y="99"/>
            <a:ext cx="11514245" cy="6479342"/>
          </a:xfrm>
          <a:prstGeom prst="rect">
            <a:avLst/>
          </a:prstGeom>
        </p:spPr>
      </p:pic>
      <p:sp>
        <p:nvSpPr>
          <p:cNvPr id="2" name="文本框 1"/>
          <p:cNvSpPr txBox="1"/>
          <p:nvPr/>
        </p:nvSpPr>
        <p:spPr>
          <a:xfrm>
            <a:off x="7186930" y="3627755"/>
            <a:ext cx="3839845" cy="645160"/>
          </a:xfrm>
          <a:prstGeom prst="rect">
            <a:avLst/>
          </a:prstGeom>
          <a:noFill/>
        </p:spPr>
        <p:txBody>
          <a:bodyPr wrap="square" rtlCol="0">
            <a:spAutoFit/>
          </a:bodyPr>
          <a:p>
            <a:r>
              <a:rPr lang="zh-CN" altLang="en-US">
                <a:highlight>
                  <a:srgbClr val="FFFF00"/>
                </a:highlight>
              </a:rPr>
              <a:t>把这个表格，换成后面新的那张产品定义表</a:t>
            </a:r>
            <a:endParaRPr lang="zh-CN" altLang="en-US">
              <a:highlight>
                <a:srgbClr val="FFFF00"/>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382" name=""/>
        <p:cNvGrpSpPr/>
        <p:nvPr/>
      </p:nvGrpSpPr>
      <p:grpSpPr/>
      <p:sp>
        <p:nvSpPr>
          <p:cNvPr id="1048829" name="标题 1"/>
          <p:cNvSpPr txBox="1"/>
          <p:nvPr/>
        </p:nvSpPr>
        <p:spPr>
          <a:xfrm>
            <a:off x="469265" y="417830"/>
            <a:ext cx="9365615" cy="496570"/>
          </a:xfrm>
          <a:prstGeom prst="rect">
            <a:avLst/>
          </a:prstGeom>
        </p:spPr>
        <p:txBody>
          <a:bodyPr vert="horz" lIns="80991" tIns="40495" rIns="80991" bIns="40495" rtlCol="0" anchor="b">
            <a:noAutofit/>
          </a:bodyPr>
          <a:lstStyle>
            <a:lvl1pPr algn="ctr" defTabSz="975360" rtl="0" eaLnBrk="1" latinLnBrk="0" hangingPunct="1">
              <a:lnSpc>
                <a:spcPct val="90000"/>
              </a:lnSpc>
              <a:spcBef>
                <a:spcPct val="0"/>
              </a:spcBef>
              <a:buNone/>
              <a:defRPr sz="6400" kern="1200">
                <a:solidFill>
                  <a:schemeClr val="tx1"/>
                </a:solidFill>
                <a:latin typeface="+mj-lt"/>
                <a:ea typeface="+mj-ea"/>
                <a:cs typeface="+mj-cs"/>
              </a:defRPr>
            </a:lvl1pPr>
          </a:lstStyle>
          <a:p>
            <a:pPr algn="l">
              <a:lnSpc>
                <a:spcPct val="130000"/>
              </a:lnSpc>
              <a:spcBef>
                <a:spcPts val="1175"/>
              </a:spcBef>
            </a:pPr>
            <a:r>
              <a:rPr lang="zh-CN" altLang="en-US" sz="2835" b="1" dirty="0">
                <a:solidFill>
                  <a:schemeClr val="tx1"/>
                </a:solidFill>
                <a:latin typeface="微软雅黑" panose="020B0503020204020204" charset="-122"/>
                <a:ea typeface="微软雅黑" panose="020B0503020204020204" charset="-122"/>
              </a:rPr>
              <a:t>产品取名方法：特点</a:t>
            </a:r>
            <a:r>
              <a:rPr lang="en-US" altLang="zh-CN" sz="2835" b="1" dirty="0">
                <a:solidFill>
                  <a:schemeClr val="tx1"/>
                </a:solidFill>
                <a:latin typeface="微软雅黑" panose="020B0503020204020204" charset="-122"/>
                <a:ea typeface="微软雅黑" panose="020B0503020204020204" charset="-122"/>
              </a:rPr>
              <a:t>+</a:t>
            </a:r>
            <a:r>
              <a:rPr lang="zh-CN" altLang="en-US" sz="2835" b="1" dirty="0">
                <a:solidFill>
                  <a:schemeClr val="tx1"/>
                </a:solidFill>
                <a:latin typeface="微软雅黑" panose="020B0503020204020204" charset="-122"/>
                <a:ea typeface="微软雅黑" panose="020B0503020204020204" charset="-122"/>
              </a:rPr>
              <a:t>记忆点</a:t>
            </a:r>
            <a:r>
              <a:rPr lang="en-US" altLang="zh-CN" sz="2835" b="1" dirty="0">
                <a:solidFill>
                  <a:schemeClr val="tx1"/>
                </a:solidFill>
                <a:latin typeface="微软雅黑" panose="020B0503020204020204" charset="-122"/>
                <a:ea typeface="微软雅黑" panose="020B0503020204020204" charset="-122"/>
              </a:rPr>
              <a:t>+</a:t>
            </a:r>
            <a:r>
              <a:rPr lang="zh-CN" altLang="en-US" sz="2835" b="1" dirty="0">
                <a:solidFill>
                  <a:schemeClr val="tx1"/>
                </a:solidFill>
                <a:latin typeface="微软雅黑" panose="020B0503020204020204" charset="-122"/>
                <a:ea typeface="微软雅黑" panose="020B0503020204020204" charset="-122"/>
              </a:rPr>
              <a:t>热点</a:t>
            </a:r>
            <a:endParaRPr lang="zh-CN" altLang="en-US" sz="2835" b="1" dirty="0">
              <a:solidFill>
                <a:schemeClr val="tx1"/>
              </a:solidFill>
              <a:latin typeface="微软雅黑" panose="020B0503020204020204" charset="-122"/>
              <a:ea typeface="微软雅黑" panose="020B0503020204020204" charset="-122"/>
            </a:endParaRPr>
          </a:p>
        </p:txBody>
      </p:sp>
      <p:sp>
        <p:nvSpPr>
          <p:cNvPr id="1048830" name="文本框 4"/>
          <p:cNvSpPr txBox="1"/>
          <p:nvPr/>
        </p:nvSpPr>
        <p:spPr>
          <a:xfrm>
            <a:off x="670222" y="1444072"/>
            <a:ext cx="10310140" cy="955040"/>
          </a:xfrm>
          <a:prstGeom prst="rect">
            <a:avLst/>
          </a:prstGeom>
          <a:noFill/>
        </p:spPr>
        <p:txBody>
          <a:bodyPr wrap="square" rtlCol="0">
            <a:spAutoFit/>
          </a:bodyPr>
          <a:p>
            <a:r>
              <a:rPr lang="zh-CN" altLang="en-US" sz="5845" b="1">
                <a:solidFill>
                  <a:srgbClr val="C00000"/>
                </a:solidFill>
                <a:latin typeface="微软雅黑" panose="020B0503020204020204" charset="-122"/>
                <a:ea typeface="微软雅黑" panose="020B0503020204020204" charset="-122"/>
                <a:cs typeface="微软雅黑" panose="020B0503020204020204" charset="-122"/>
              </a:rPr>
              <a:t>绝</a:t>
            </a:r>
            <a:r>
              <a:rPr lang="en-US" altLang="zh-CN" sz="5845" b="1">
                <a:solidFill>
                  <a:srgbClr val="C00000"/>
                </a:solidFill>
                <a:latin typeface="微软雅黑" panose="020B0503020204020204" charset="-122"/>
                <a:ea typeface="微软雅黑" panose="020B0503020204020204" charset="-122"/>
                <a:cs typeface="微软雅黑" panose="020B0503020204020204" charset="-122"/>
              </a:rPr>
              <a:t> </a:t>
            </a:r>
            <a:r>
              <a:rPr lang="zh-CN" altLang="en-US" sz="5845" b="1">
                <a:solidFill>
                  <a:srgbClr val="C00000"/>
                </a:solidFill>
                <a:latin typeface="微软雅黑" panose="020B0503020204020204" charset="-122"/>
                <a:ea typeface="微软雅黑" panose="020B0503020204020204" charset="-122"/>
                <a:cs typeface="微软雅黑" panose="020B0503020204020204" charset="-122"/>
              </a:rPr>
              <a:t>弹</a:t>
            </a:r>
            <a:r>
              <a:rPr lang="en-US" altLang="zh-CN" sz="5845" b="1">
                <a:solidFill>
                  <a:srgbClr val="C00000"/>
                </a:solidFill>
                <a:latin typeface="微软雅黑" panose="020B0503020204020204" charset="-122"/>
                <a:ea typeface="微软雅黑" panose="020B0503020204020204" charset="-122"/>
                <a:cs typeface="微软雅黑" panose="020B0503020204020204" charset="-122"/>
              </a:rPr>
              <a:t> </a:t>
            </a:r>
            <a:r>
              <a:rPr lang="zh-CN" altLang="en-US" sz="5845" b="1">
                <a:solidFill>
                  <a:srgbClr val="C00000"/>
                </a:solidFill>
                <a:latin typeface="微软雅黑" panose="020B0503020204020204" charset="-122"/>
                <a:ea typeface="微软雅黑" panose="020B0503020204020204" charset="-122"/>
                <a:cs typeface="微软雅黑" panose="020B0503020204020204" charset="-122"/>
              </a:rPr>
              <a:t>龙虾尾</a:t>
            </a:r>
            <a:r>
              <a:rPr lang="en-US" altLang="zh-CN" sz="5845" b="1">
                <a:solidFill>
                  <a:srgbClr val="C00000"/>
                </a:solidFill>
                <a:latin typeface="微软雅黑" panose="020B0503020204020204" charset="-122"/>
                <a:ea typeface="微软雅黑" panose="020B0503020204020204" charset="-122"/>
                <a:cs typeface="微软雅黑" panose="020B0503020204020204" charset="-122"/>
              </a:rPr>
              <a:t>  VS  </a:t>
            </a:r>
            <a:r>
              <a:rPr lang="zh-CN" altLang="en-US" sz="5845" b="1">
                <a:solidFill>
                  <a:schemeClr val="tx1"/>
                </a:solidFill>
                <a:latin typeface="微软雅黑" panose="020B0503020204020204" charset="-122"/>
                <a:ea typeface="微软雅黑" panose="020B0503020204020204" charset="-122"/>
                <a:cs typeface="微软雅黑" panose="020B0503020204020204" charset="-122"/>
                <a:sym typeface="+mn-ea"/>
              </a:rPr>
              <a:t>红宝石</a:t>
            </a:r>
            <a:r>
              <a:rPr lang="en-US" altLang="zh-CN" sz="5845" b="1">
                <a:solidFill>
                  <a:schemeClr val="tx1"/>
                </a:solidFill>
                <a:latin typeface="微软雅黑" panose="020B0503020204020204" charset="-122"/>
                <a:ea typeface="微软雅黑" panose="020B0503020204020204" charset="-122"/>
                <a:cs typeface="微软雅黑" panose="020B0503020204020204" charset="-122"/>
                <a:sym typeface="+mn-ea"/>
              </a:rPr>
              <a:t> </a:t>
            </a:r>
            <a:r>
              <a:rPr lang="zh-CN" altLang="en-US" sz="5845" b="1">
                <a:solidFill>
                  <a:schemeClr val="tx1"/>
                </a:solidFill>
                <a:latin typeface="微软雅黑" panose="020B0503020204020204" charset="-122"/>
                <a:ea typeface="微软雅黑" panose="020B0503020204020204" charset="-122"/>
                <a:cs typeface="微软雅黑" panose="020B0503020204020204" charset="-122"/>
                <a:sym typeface="+mn-ea"/>
              </a:rPr>
              <a:t>虾球</a:t>
            </a:r>
            <a:endParaRPr lang="zh-CN" altLang="en-US" sz="5845" b="1">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1048831" name="文本框 7"/>
          <p:cNvSpPr txBox="1"/>
          <p:nvPr/>
        </p:nvSpPr>
        <p:spPr>
          <a:xfrm>
            <a:off x="1601065" y="2373227"/>
            <a:ext cx="1920742" cy="1583276"/>
          </a:xfrm>
          <a:prstGeom prst="rect">
            <a:avLst/>
          </a:prstGeom>
          <a:noFill/>
        </p:spPr>
        <p:txBody>
          <a:bodyPr wrap="square" rtlCol="0">
            <a:noAutofit/>
          </a:bodyPr>
          <a:p>
            <a:r>
              <a:rPr lang="en-US" altLang="zh-CN" sz="1595" b="1">
                <a:latin typeface="微软雅黑" panose="020B0503020204020204" charset="-122"/>
                <a:ea typeface="微软雅黑" panose="020B0503020204020204" charset="-122"/>
                <a:cs typeface="微软雅黑" panose="020B0503020204020204" charset="-122"/>
              </a:rPr>
              <a:t>“</a:t>
            </a:r>
            <a:r>
              <a:rPr lang="zh-CN" sz="1595" b="1">
                <a:latin typeface="微软雅黑" panose="020B0503020204020204" charset="-122"/>
                <a:ea typeface="微软雅黑" panose="020B0503020204020204" charset="-122"/>
                <a:cs typeface="微软雅黑" panose="020B0503020204020204" charset="-122"/>
              </a:rPr>
              <a:t>弹</a:t>
            </a:r>
            <a:r>
              <a:rPr lang="en-US" altLang="zh-CN" sz="1595" b="1">
                <a:latin typeface="微软雅黑" panose="020B0503020204020204" charset="-122"/>
                <a:ea typeface="微软雅黑" panose="020B0503020204020204" charset="-122"/>
                <a:cs typeface="微软雅黑" panose="020B0503020204020204" charset="-122"/>
              </a:rPr>
              <a:t>”</a:t>
            </a:r>
            <a:r>
              <a:rPr lang="zh-CN" altLang="en-US" sz="1595" b="1">
                <a:latin typeface="微软雅黑" panose="020B0503020204020204" charset="-122"/>
                <a:ea typeface="微软雅黑" panose="020B0503020204020204" charset="-122"/>
                <a:cs typeface="微软雅黑" panose="020B0503020204020204" charset="-122"/>
              </a:rPr>
              <a:t>是</a:t>
            </a:r>
            <a:endParaRPr lang="zh-CN" sz="1595" b="1">
              <a:latin typeface="微软雅黑" panose="020B0503020204020204" charset="-122"/>
              <a:ea typeface="微软雅黑" panose="020B0503020204020204" charset="-122"/>
              <a:cs typeface="微软雅黑" panose="020B0503020204020204" charset="-122"/>
            </a:endParaRPr>
          </a:p>
          <a:p>
            <a:r>
              <a:rPr lang="zh-CN" sz="1595" b="1">
                <a:latin typeface="微软雅黑" panose="020B0503020204020204" charset="-122"/>
                <a:ea typeface="微软雅黑" panose="020B0503020204020204" charset="-122"/>
                <a:cs typeface="微软雅黑" panose="020B0503020204020204" charset="-122"/>
              </a:rPr>
              <a:t>产品独特性</a:t>
            </a:r>
            <a:endParaRPr lang="zh-CN" sz="1595" b="1">
              <a:latin typeface="微软雅黑" panose="020B0503020204020204" charset="-122"/>
              <a:ea typeface="微软雅黑" panose="020B0503020204020204" charset="-122"/>
              <a:cs typeface="微软雅黑" panose="020B0503020204020204" charset="-122"/>
            </a:endParaRPr>
          </a:p>
          <a:p>
            <a:r>
              <a:rPr lang="zh-CN" sz="1240">
                <a:latin typeface="微软雅黑" panose="020B0503020204020204" charset="-122"/>
                <a:ea typeface="微软雅黑" panose="020B0503020204020204" charset="-122"/>
                <a:cs typeface="微软雅黑" panose="020B0503020204020204" charset="-122"/>
              </a:rPr>
              <a:t>用户价值</a:t>
            </a:r>
            <a:endParaRPr lang="zh-CN" sz="1240">
              <a:latin typeface="微软雅黑" panose="020B0503020204020204" charset="-122"/>
              <a:ea typeface="微软雅黑" panose="020B0503020204020204" charset="-122"/>
              <a:cs typeface="微软雅黑" panose="020B0503020204020204" charset="-122"/>
            </a:endParaRPr>
          </a:p>
          <a:p>
            <a:r>
              <a:rPr lang="en-US" altLang="zh-CN" sz="1240">
                <a:latin typeface="微软雅黑" panose="020B0503020204020204" charset="-122"/>
                <a:ea typeface="微软雅黑" panose="020B0503020204020204" charset="-122"/>
                <a:cs typeface="微软雅黑" panose="020B0503020204020204" charset="-122"/>
              </a:rPr>
              <a:t>“</a:t>
            </a:r>
            <a:r>
              <a:rPr lang="zh-CN" altLang="en-US" sz="1240">
                <a:latin typeface="微软雅黑" panose="020B0503020204020204" charset="-122"/>
                <a:ea typeface="微软雅黑" panose="020B0503020204020204" charset="-122"/>
                <a:cs typeface="微软雅黑" panose="020B0503020204020204" charset="-122"/>
              </a:rPr>
              <a:t>新鲜</a:t>
            </a:r>
            <a:r>
              <a:rPr lang="en-US" altLang="zh-CN" sz="1240">
                <a:latin typeface="微软雅黑" panose="020B0503020204020204" charset="-122"/>
                <a:ea typeface="微软雅黑" panose="020B0503020204020204" charset="-122"/>
                <a:cs typeface="微软雅黑" panose="020B0503020204020204" charset="-122"/>
              </a:rPr>
              <a:t>”</a:t>
            </a:r>
            <a:r>
              <a:rPr lang="zh-CN" sz="1240">
                <a:latin typeface="微软雅黑" panose="020B0503020204020204" charset="-122"/>
                <a:ea typeface="微软雅黑" panose="020B0503020204020204" charset="-122"/>
                <a:cs typeface="微软雅黑" panose="020B0503020204020204" charset="-122"/>
              </a:rPr>
              <a:t>的体现</a:t>
            </a:r>
            <a:endParaRPr lang="zh-CN" sz="1240">
              <a:latin typeface="微软雅黑" panose="020B0503020204020204" charset="-122"/>
              <a:ea typeface="微软雅黑" panose="020B0503020204020204" charset="-122"/>
              <a:cs typeface="微软雅黑" panose="020B0503020204020204" charset="-122"/>
            </a:endParaRPr>
          </a:p>
          <a:p>
            <a:r>
              <a:rPr lang="zh-CN" sz="1240">
                <a:latin typeface="微软雅黑" panose="020B0503020204020204" charset="-122"/>
                <a:ea typeface="微软雅黑" panose="020B0503020204020204" charset="-122"/>
                <a:cs typeface="微软雅黑" panose="020B0503020204020204" charset="-122"/>
                <a:sym typeface="+mn-ea"/>
              </a:rPr>
              <a:t>用户强感知</a:t>
            </a:r>
            <a:endParaRPr lang="zh-CN" sz="1240">
              <a:latin typeface="微软雅黑" panose="020B0503020204020204" charset="-122"/>
              <a:ea typeface="微软雅黑" panose="020B0503020204020204" charset="-122"/>
              <a:cs typeface="微软雅黑" panose="020B0503020204020204" charset="-122"/>
              <a:sym typeface="+mn-ea"/>
            </a:endParaRPr>
          </a:p>
          <a:p>
            <a:r>
              <a:rPr lang="zh-CN" sz="1240">
                <a:latin typeface="微软雅黑" panose="020B0503020204020204" charset="-122"/>
                <a:ea typeface="微软雅黑" panose="020B0503020204020204" charset="-122"/>
                <a:cs typeface="微软雅黑" panose="020B0503020204020204" charset="-122"/>
              </a:rPr>
              <a:t>用户可验证</a:t>
            </a:r>
            <a:endParaRPr lang="zh-CN" sz="1240">
              <a:latin typeface="微软雅黑" panose="020B0503020204020204" charset="-122"/>
              <a:ea typeface="微软雅黑" panose="020B0503020204020204" charset="-122"/>
              <a:cs typeface="微软雅黑" panose="020B0503020204020204" charset="-122"/>
            </a:endParaRPr>
          </a:p>
          <a:p>
            <a:r>
              <a:rPr lang="zh-CN" sz="1240">
                <a:latin typeface="微软雅黑" panose="020B0503020204020204" charset="-122"/>
                <a:ea typeface="微软雅黑" panose="020B0503020204020204" charset="-122"/>
                <a:cs typeface="微软雅黑" panose="020B0503020204020204" charset="-122"/>
              </a:rPr>
              <a:t>同行宣传有效果</a:t>
            </a:r>
            <a:endParaRPr lang="zh-CN" altLang="zh-CN" sz="1240">
              <a:latin typeface="微软雅黑" panose="020B0503020204020204" charset="-122"/>
              <a:ea typeface="微软雅黑" panose="020B0503020204020204" charset="-122"/>
              <a:cs typeface="微软雅黑" panose="020B0503020204020204" charset="-122"/>
            </a:endParaRPr>
          </a:p>
        </p:txBody>
      </p:sp>
      <p:sp>
        <p:nvSpPr>
          <p:cNvPr id="1048832" name="文本框 6"/>
          <p:cNvSpPr txBox="1"/>
          <p:nvPr/>
        </p:nvSpPr>
        <p:spPr>
          <a:xfrm>
            <a:off x="3196715" y="2373227"/>
            <a:ext cx="2254833" cy="459516"/>
          </a:xfrm>
          <a:prstGeom prst="rect">
            <a:avLst/>
          </a:prstGeom>
          <a:noFill/>
        </p:spPr>
        <p:txBody>
          <a:bodyPr wrap="square" rtlCol="0">
            <a:noAutofit/>
          </a:bodyPr>
          <a:p>
            <a:r>
              <a:rPr lang="en-US" altLang="zh-CN" sz="1595" b="1">
                <a:latin typeface="微软雅黑" panose="020B0503020204020204" charset="-122"/>
                <a:ea typeface="微软雅黑" panose="020B0503020204020204" charset="-122"/>
                <a:cs typeface="微软雅黑" panose="020B0503020204020204" charset="-122"/>
              </a:rPr>
              <a:t>“</a:t>
            </a:r>
            <a:r>
              <a:rPr lang="zh-CN" sz="1595" b="1">
                <a:latin typeface="微软雅黑" panose="020B0503020204020204" charset="-122"/>
                <a:ea typeface="微软雅黑" panose="020B0503020204020204" charset="-122"/>
                <a:cs typeface="微软雅黑" panose="020B0503020204020204" charset="-122"/>
              </a:rPr>
              <a:t>龙虾尾</a:t>
            </a:r>
            <a:r>
              <a:rPr lang="en-US" altLang="zh-CN" sz="1595" b="1">
                <a:latin typeface="微软雅黑" panose="020B0503020204020204" charset="-122"/>
                <a:ea typeface="微软雅黑" panose="020B0503020204020204" charset="-122"/>
                <a:cs typeface="微软雅黑" panose="020B0503020204020204" charset="-122"/>
              </a:rPr>
              <a:t>”</a:t>
            </a:r>
            <a:endParaRPr lang="zh-CN" sz="1595" b="1">
              <a:latin typeface="微软雅黑" panose="020B0503020204020204" charset="-122"/>
              <a:ea typeface="微软雅黑" panose="020B0503020204020204" charset="-122"/>
              <a:cs typeface="微软雅黑" panose="020B0503020204020204" charset="-122"/>
            </a:endParaRPr>
          </a:p>
          <a:p>
            <a:r>
              <a:rPr lang="zh-CN" sz="1595" b="1">
                <a:latin typeface="微软雅黑" panose="020B0503020204020204" charset="-122"/>
                <a:ea typeface="微软雅黑" panose="020B0503020204020204" charset="-122"/>
                <a:cs typeface="微软雅黑" panose="020B0503020204020204" charset="-122"/>
              </a:rPr>
              <a:t>归属母品类</a:t>
            </a:r>
            <a:r>
              <a:rPr lang="en-US" altLang="zh-CN" sz="1595" b="1">
                <a:latin typeface="微软雅黑" panose="020B0503020204020204" charset="-122"/>
                <a:ea typeface="微软雅黑" panose="020B0503020204020204" charset="-122"/>
                <a:cs typeface="微软雅黑" panose="020B0503020204020204" charset="-122"/>
              </a:rPr>
              <a:t>  </a:t>
            </a:r>
            <a:endParaRPr lang="zh-CN" sz="1240">
              <a:latin typeface="微软雅黑" panose="020B0503020204020204" charset="-122"/>
              <a:ea typeface="微软雅黑" panose="020B0503020204020204" charset="-122"/>
              <a:cs typeface="微软雅黑" panose="020B0503020204020204" charset="-122"/>
            </a:endParaRPr>
          </a:p>
        </p:txBody>
      </p:sp>
      <p:sp>
        <p:nvSpPr>
          <p:cNvPr id="1048833" name="文本框 9"/>
          <p:cNvSpPr txBox="1"/>
          <p:nvPr/>
        </p:nvSpPr>
        <p:spPr>
          <a:xfrm>
            <a:off x="6682174" y="2424410"/>
            <a:ext cx="1920742" cy="1327928"/>
          </a:xfrm>
          <a:prstGeom prst="rect">
            <a:avLst/>
          </a:prstGeom>
          <a:noFill/>
        </p:spPr>
        <p:txBody>
          <a:bodyPr wrap="square" rtlCol="0">
            <a:noAutofit/>
          </a:bodyPr>
          <a:p>
            <a:r>
              <a:rPr lang="zh-CN" sz="1595" b="1">
                <a:latin typeface="微软雅黑" panose="020B0503020204020204" charset="-122"/>
                <a:ea typeface="微软雅黑" panose="020B0503020204020204" charset="-122"/>
                <a:cs typeface="微软雅黑" panose="020B0503020204020204" charset="-122"/>
              </a:rPr>
              <a:t>不具备独特性</a:t>
            </a:r>
            <a:endParaRPr lang="zh-CN" sz="1595" b="1">
              <a:latin typeface="微软雅黑" panose="020B0503020204020204" charset="-122"/>
              <a:ea typeface="微软雅黑" panose="020B0503020204020204" charset="-122"/>
              <a:cs typeface="微软雅黑" panose="020B0503020204020204" charset="-122"/>
            </a:endParaRPr>
          </a:p>
          <a:p>
            <a:r>
              <a:rPr lang="zh-CN" sz="1240">
                <a:latin typeface="微软雅黑" panose="020B0503020204020204" charset="-122"/>
                <a:ea typeface="微软雅黑" panose="020B0503020204020204" charset="-122"/>
                <a:cs typeface="微软雅黑" panose="020B0503020204020204" charset="-122"/>
              </a:rPr>
              <a:t>不是用户价值</a:t>
            </a:r>
            <a:endParaRPr lang="zh-CN" sz="1240">
              <a:latin typeface="微软雅黑" panose="020B0503020204020204" charset="-122"/>
              <a:ea typeface="微软雅黑" panose="020B0503020204020204" charset="-122"/>
              <a:cs typeface="微软雅黑" panose="020B0503020204020204" charset="-122"/>
            </a:endParaRPr>
          </a:p>
          <a:p>
            <a:r>
              <a:rPr lang="zh-CN" sz="1240">
                <a:latin typeface="微软雅黑" panose="020B0503020204020204" charset="-122"/>
                <a:ea typeface="微软雅黑" panose="020B0503020204020204" charset="-122"/>
                <a:cs typeface="微软雅黑" panose="020B0503020204020204" charset="-122"/>
              </a:rPr>
              <a:t>同行都是红壳</a:t>
            </a:r>
            <a:endParaRPr lang="zh-CN" sz="1240">
              <a:latin typeface="微软雅黑" panose="020B0503020204020204" charset="-122"/>
              <a:ea typeface="微软雅黑" panose="020B0503020204020204" charset="-122"/>
              <a:cs typeface="微软雅黑" panose="020B0503020204020204" charset="-122"/>
            </a:endParaRPr>
          </a:p>
        </p:txBody>
      </p:sp>
      <p:sp>
        <p:nvSpPr>
          <p:cNvPr id="1048834" name="文本框 10"/>
          <p:cNvSpPr txBox="1"/>
          <p:nvPr/>
        </p:nvSpPr>
        <p:spPr>
          <a:xfrm>
            <a:off x="9000563" y="2424410"/>
            <a:ext cx="2254833" cy="1327928"/>
          </a:xfrm>
          <a:prstGeom prst="rect">
            <a:avLst/>
          </a:prstGeom>
          <a:noFill/>
        </p:spPr>
        <p:txBody>
          <a:bodyPr wrap="square" rtlCol="0">
            <a:noAutofit/>
          </a:bodyPr>
          <a:p>
            <a:r>
              <a:rPr lang="zh-CN" sz="1595" b="1">
                <a:latin typeface="微软雅黑" panose="020B0503020204020204" charset="-122"/>
                <a:ea typeface="微软雅黑" panose="020B0503020204020204" charset="-122"/>
                <a:cs typeface="微软雅黑" panose="020B0503020204020204" charset="-122"/>
              </a:rPr>
              <a:t>品类认知不清晰</a:t>
            </a:r>
            <a:endParaRPr lang="zh-CN" sz="1595" b="1">
              <a:latin typeface="微软雅黑" panose="020B0503020204020204" charset="-122"/>
              <a:ea typeface="微软雅黑" panose="020B0503020204020204" charset="-122"/>
              <a:cs typeface="微软雅黑" panose="020B0503020204020204" charset="-122"/>
            </a:endParaRPr>
          </a:p>
          <a:p>
            <a:r>
              <a:rPr lang="zh-CN" sz="1240">
                <a:latin typeface="微软雅黑" panose="020B0503020204020204" charset="-122"/>
                <a:ea typeface="微软雅黑" panose="020B0503020204020204" charset="-122"/>
                <a:cs typeface="微软雅黑" panose="020B0503020204020204" charset="-122"/>
              </a:rPr>
              <a:t>和其他虾球混淆</a:t>
            </a:r>
            <a:endParaRPr lang="en-US" altLang="zh-CN" sz="1240">
              <a:latin typeface="微软雅黑" panose="020B0503020204020204" charset="-122"/>
              <a:ea typeface="微软雅黑" panose="020B0503020204020204" charset="-122"/>
              <a:cs typeface="微软雅黑" panose="020B0503020204020204" charset="-122"/>
            </a:endParaRPr>
          </a:p>
        </p:txBody>
      </p:sp>
      <p:pic>
        <p:nvPicPr>
          <p:cNvPr id="2097340" name="图片 11"/>
          <p:cNvPicPr>
            <a:picLocks noChangeAspect="1"/>
          </p:cNvPicPr>
          <p:nvPr/>
        </p:nvPicPr>
        <p:blipFill>
          <a:blip r:embed="rId1"/>
          <a:srcRect/>
          <a:stretch>
            <a:fillRect/>
          </a:stretch>
        </p:blipFill>
        <p:spPr>
          <a:xfrm>
            <a:off x="8322820" y="3145461"/>
            <a:ext cx="3144056" cy="2147969"/>
          </a:xfrm>
          <a:prstGeom prst="rect">
            <a:avLst/>
          </a:prstGeom>
        </p:spPr>
      </p:pic>
      <p:pic>
        <p:nvPicPr>
          <p:cNvPr id="2097341" name="图片 12"/>
          <p:cNvPicPr>
            <a:picLocks noChangeAspect="1"/>
          </p:cNvPicPr>
          <p:nvPr/>
        </p:nvPicPr>
        <p:blipFill>
          <a:blip r:embed="rId2"/>
          <a:stretch>
            <a:fillRect/>
          </a:stretch>
        </p:blipFill>
        <p:spPr>
          <a:xfrm>
            <a:off x="6258092" y="3580792"/>
            <a:ext cx="2064727" cy="1712638"/>
          </a:xfrm>
          <a:prstGeom prst="rect">
            <a:avLst/>
          </a:prstGeom>
        </p:spPr>
      </p:pic>
      <p:sp>
        <p:nvSpPr>
          <p:cNvPr id="1048836" name="文本框 1"/>
          <p:cNvSpPr txBox="1"/>
          <p:nvPr/>
        </p:nvSpPr>
        <p:spPr>
          <a:xfrm>
            <a:off x="3196715" y="2874364"/>
            <a:ext cx="1271121" cy="305969"/>
          </a:xfrm>
          <a:prstGeom prst="rect">
            <a:avLst/>
          </a:prstGeom>
          <a:noFill/>
        </p:spPr>
        <p:txBody>
          <a:bodyPr wrap="square" rtlCol="0" anchor="t">
            <a:noAutofit/>
          </a:bodyPr>
          <a:p>
            <a:r>
              <a:rPr lang="zh-CN" sz="1240">
                <a:latin typeface="微软雅黑" panose="020B0503020204020204" charset="-122"/>
                <a:ea typeface="微软雅黑" panose="020B0503020204020204" charset="-122"/>
                <a:cs typeface="微软雅黑" panose="020B0503020204020204" charset="-122"/>
                <a:sym typeface="+mn-ea"/>
              </a:rPr>
              <a:t>龙虾尾</a:t>
            </a:r>
            <a:r>
              <a:rPr lang="en-US" altLang="zh-CN" sz="1240">
                <a:latin typeface="微软雅黑" panose="020B0503020204020204" charset="-122"/>
                <a:ea typeface="微软雅黑" panose="020B0503020204020204" charset="-122"/>
                <a:cs typeface="微软雅黑" panose="020B0503020204020204" charset="-122"/>
                <a:sym typeface="+mn-ea"/>
              </a:rPr>
              <a:t>&gt;</a:t>
            </a:r>
            <a:r>
              <a:rPr lang="zh-CN" altLang="en-US" sz="1240">
                <a:latin typeface="微软雅黑" panose="020B0503020204020204" charset="-122"/>
                <a:ea typeface="微软雅黑" panose="020B0503020204020204" charset="-122"/>
                <a:cs typeface="微软雅黑" panose="020B0503020204020204" charset="-122"/>
                <a:sym typeface="+mn-ea"/>
              </a:rPr>
              <a:t>虾球</a:t>
            </a:r>
            <a:endParaRPr lang="zh-CN" altLang="en-US" sz="1240">
              <a:latin typeface="微软雅黑" panose="020B0503020204020204" charset="-122"/>
              <a:ea typeface="微软雅黑" panose="020B0503020204020204" charset="-122"/>
              <a:cs typeface="微软雅黑" panose="020B0503020204020204" charset="-122"/>
              <a:sym typeface="+mn-ea"/>
            </a:endParaRPr>
          </a:p>
        </p:txBody>
      </p:sp>
      <p:pic>
        <p:nvPicPr>
          <p:cNvPr id="2097342" name="图片 2" descr="09c3dc8f16bc3b9997f1fb7a0dad8ff"/>
          <p:cNvPicPr>
            <a:picLocks noChangeAspect="1"/>
          </p:cNvPicPr>
          <p:nvPr/>
        </p:nvPicPr>
        <p:blipFill>
          <a:blip r:embed="rId3"/>
          <a:srcRect/>
          <a:stretch>
            <a:fillRect/>
          </a:stretch>
        </p:blipFill>
        <p:spPr>
          <a:xfrm>
            <a:off x="3825293" y="3180004"/>
            <a:ext cx="2254271" cy="2392070"/>
          </a:xfrm>
          <a:prstGeom prst="rect">
            <a:avLst/>
          </a:prstGeom>
        </p:spPr>
      </p:pic>
      <p:sp>
        <p:nvSpPr>
          <p:cNvPr id="1048837" name="文本框 5"/>
          <p:cNvSpPr txBox="1"/>
          <p:nvPr/>
        </p:nvSpPr>
        <p:spPr>
          <a:xfrm>
            <a:off x="4279981" y="2874364"/>
            <a:ext cx="2004547" cy="305969"/>
          </a:xfrm>
          <a:prstGeom prst="rect">
            <a:avLst/>
          </a:prstGeom>
          <a:noFill/>
        </p:spPr>
        <p:txBody>
          <a:bodyPr wrap="square" rtlCol="0" anchor="t">
            <a:noAutofit/>
          </a:bodyPr>
          <a:p>
            <a:r>
              <a:rPr lang="zh-CN" sz="1240">
                <a:latin typeface="微软雅黑" panose="020B0503020204020204" charset="-122"/>
                <a:ea typeface="微软雅黑" panose="020B0503020204020204" charset="-122"/>
                <a:cs typeface="微软雅黑" panose="020B0503020204020204" charset="-122"/>
                <a:sym typeface="+mn-ea"/>
              </a:rPr>
              <a:t>龙虾尾可兼顾龙虾与虾尾</a:t>
            </a:r>
            <a:endParaRPr lang="zh-CN" sz="1240">
              <a:latin typeface="微软雅黑" panose="020B0503020204020204" charset="-122"/>
              <a:ea typeface="微软雅黑" panose="020B0503020204020204" charset="-122"/>
              <a:cs typeface="微软雅黑" panose="020B0503020204020204" charset="-122"/>
              <a:sym typeface="+mn-ea"/>
            </a:endParaRPr>
          </a:p>
        </p:txBody>
      </p:sp>
      <p:sp>
        <p:nvSpPr>
          <p:cNvPr id="1048838" name="文本框 8"/>
          <p:cNvSpPr txBox="1"/>
          <p:nvPr/>
        </p:nvSpPr>
        <p:spPr>
          <a:xfrm>
            <a:off x="469993" y="2373227"/>
            <a:ext cx="1118136" cy="676057"/>
          </a:xfrm>
          <a:prstGeom prst="rect">
            <a:avLst/>
          </a:prstGeom>
          <a:noFill/>
        </p:spPr>
        <p:txBody>
          <a:bodyPr wrap="square" rtlCol="0">
            <a:noAutofit/>
          </a:bodyPr>
          <a:p>
            <a:r>
              <a:rPr lang="en-US" altLang="zh-CN" sz="1595" b="1">
                <a:latin typeface="微软雅黑" panose="020B0503020204020204" charset="-122"/>
                <a:ea typeface="微软雅黑" panose="020B0503020204020204" charset="-122"/>
                <a:cs typeface="微软雅黑" panose="020B0503020204020204" charset="-122"/>
              </a:rPr>
              <a:t>“</a:t>
            </a:r>
            <a:r>
              <a:rPr lang="zh-CN" sz="1595" b="1">
                <a:latin typeface="微软雅黑" panose="020B0503020204020204" charset="-122"/>
                <a:ea typeface="微软雅黑" panose="020B0503020204020204" charset="-122"/>
                <a:cs typeface="微软雅黑" panose="020B0503020204020204" charset="-122"/>
              </a:rPr>
              <a:t>绝</a:t>
            </a:r>
            <a:r>
              <a:rPr lang="en-US" altLang="zh-CN" sz="1595" b="1">
                <a:latin typeface="微软雅黑" panose="020B0503020204020204" charset="-122"/>
                <a:ea typeface="微软雅黑" panose="020B0503020204020204" charset="-122"/>
                <a:cs typeface="微软雅黑" panose="020B0503020204020204" charset="-122"/>
              </a:rPr>
              <a:t>”</a:t>
            </a:r>
            <a:r>
              <a:rPr lang="zh-CN" altLang="en-US" sz="1595" b="1">
                <a:latin typeface="微软雅黑" panose="020B0503020204020204" charset="-122"/>
                <a:ea typeface="微软雅黑" panose="020B0503020204020204" charset="-122"/>
                <a:cs typeface="微软雅黑" panose="020B0503020204020204" charset="-122"/>
              </a:rPr>
              <a:t>是</a:t>
            </a:r>
            <a:endParaRPr lang="zh-CN" sz="1595" b="1">
              <a:latin typeface="微软雅黑" panose="020B0503020204020204" charset="-122"/>
              <a:ea typeface="微软雅黑" panose="020B0503020204020204" charset="-122"/>
              <a:cs typeface="微软雅黑" panose="020B0503020204020204" charset="-122"/>
            </a:endParaRPr>
          </a:p>
          <a:p>
            <a:r>
              <a:rPr lang="zh-CN" sz="1595" b="1">
                <a:latin typeface="微软雅黑" panose="020B0503020204020204" charset="-122"/>
                <a:ea typeface="微软雅黑" panose="020B0503020204020204" charset="-122"/>
                <a:cs typeface="微软雅黑" panose="020B0503020204020204" charset="-122"/>
              </a:rPr>
              <a:t>品牌资产</a:t>
            </a:r>
            <a:endParaRPr lang="zh-CN" altLang="zh-CN" sz="1240">
              <a:latin typeface="微软雅黑" panose="020B0503020204020204" charset="-122"/>
              <a:ea typeface="微软雅黑" panose="020B0503020204020204" charset="-122"/>
              <a:cs typeface="微软雅黑" panose="020B0503020204020204" charset="-122"/>
            </a:endParaRPr>
          </a:p>
        </p:txBody>
      </p:sp>
      <p:pic>
        <p:nvPicPr>
          <p:cNvPr id="2" name="图片 1" descr="五步打爆大单品-33"/>
          <p:cNvPicPr>
            <a:picLocks noChangeAspect="1"/>
          </p:cNvPicPr>
          <p:nvPr>
            <p:custDataLst>
              <p:tags r:id="rId4"/>
            </p:custDataLst>
          </p:nvPr>
        </p:nvPicPr>
        <p:blipFill>
          <a:blip r:embed="rId5"/>
          <a:srcRect l="3021" t="19675" r="53768" b="45035"/>
          <a:stretch>
            <a:fillRect/>
          </a:stretch>
        </p:blipFill>
        <p:spPr>
          <a:xfrm>
            <a:off x="0" y="3904615"/>
            <a:ext cx="3767455" cy="183261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文本框 20"/>
          <p:cNvSpPr txBox="1"/>
          <p:nvPr/>
        </p:nvSpPr>
        <p:spPr>
          <a:xfrm>
            <a:off x="420370" y="545465"/>
            <a:ext cx="10726420" cy="1440815"/>
          </a:xfrm>
          <a:prstGeom prst="rect">
            <a:avLst/>
          </a:prstGeom>
          <a:noFill/>
        </p:spPr>
        <p:txBody>
          <a:bodyPr wrap="square" rtlCol="0">
            <a:noAutofit/>
          </a:bodyPr>
          <a:p>
            <a:pPr algn="ctr">
              <a:lnSpc>
                <a:spcPct val="150000"/>
              </a:lnSpc>
            </a:pPr>
            <a:r>
              <a:rPr lang="en-US" altLang="zh-CN" sz="8000" b="1">
                <a:solidFill>
                  <a:srgbClr val="FF0000"/>
                </a:solidFill>
                <a:sym typeface="+mn-ea"/>
              </a:rPr>
              <a:t>Q</a:t>
            </a:r>
            <a:r>
              <a:rPr lang="zh-CN" altLang="en-US" sz="8000" b="1">
                <a:solidFill>
                  <a:srgbClr val="FF0000"/>
                </a:solidFill>
                <a:sym typeface="+mn-ea"/>
              </a:rPr>
              <a:t>弹</a:t>
            </a:r>
            <a:r>
              <a:rPr lang="en-US" altLang="zh-CN" sz="8000" b="1">
                <a:solidFill>
                  <a:srgbClr val="FF0000"/>
                </a:solidFill>
                <a:sym typeface="+mn-ea"/>
              </a:rPr>
              <a:t>  </a:t>
            </a:r>
            <a:r>
              <a:rPr lang="zh-CN" altLang="en-US" sz="8000" b="1">
                <a:solidFill>
                  <a:srgbClr val="FF0000"/>
                </a:solidFill>
                <a:sym typeface="+mn-ea"/>
              </a:rPr>
              <a:t>有鲜味</a:t>
            </a:r>
            <a:endParaRPr lang="zh-CN" altLang="en-US" sz="8000" b="1">
              <a:solidFill>
                <a:srgbClr val="FF0000"/>
              </a:solidFill>
              <a:sym typeface="+mn-ea"/>
            </a:endParaRPr>
          </a:p>
        </p:txBody>
      </p:sp>
      <p:pic>
        <p:nvPicPr>
          <p:cNvPr id="31" name="图片 30" descr="10"/>
          <p:cNvPicPr>
            <a:picLocks noChangeAspect="1"/>
          </p:cNvPicPr>
          <p:nvPr/>
        </p:nvPicPr>
        <p:blipFill>
          <a:blip r:embed="rId1"/>
          <a:srcRect l="871" r="810" b="11075"/>
          <a:stretch>
            <a:fillRect/>
          </a:stretch>
        </p:blipFill>
        <p:spPr>
          <a:xfrm>
            <a:off x="5340985" y="3438525"/>
            <a:ext cx="6151880" cy="2547620"/>
          </a:xfrm>
          <a:prstGeom prst="rect">
            <a:avLst/>
          </a:prstGeom>
        </p:spPr>
      </p:pic>
      <p:cxnSp>
        <p:nvCxnSpPr>
          <p:cNvPr id="33" name="直接连接符 32"/>
          <p:cNvCxnSpPr/>
          <p:nvPr/>
        </p:nvCxnSpPr>
        <p:spPr>
          <a:xfrm>
            <a:off x="1842646" y="2404029"/>
            <a:ext cx="3383160" cy="0"/>
          </a:xfrm>
          <a:prstGeom prst="line">
            <a:avLst/>
          </a:prstGeom>
          <a:ln w="28575" cmpd="sng">
            <a:solidFill>
              <a:schemeClr val="bg1">
                <a:lumMod val="50000"/>
              </a:schemeClr>
            </a:solidFill>
            <a:prstDash val="solid"/>
          </a:ln>
        </p:spPr>
        <p:style>
          <a:lnRef idx="2">
            <a:schemeClr val="accent1"/>
          </a:lnRef>
          <a:fillRef idx="0">
            <a:srgbClr val="FFFFFF"/>
          </a:fillRef>
          <a:effectRef idx="0">
            <a:srgbClr val="FFFFFF"/>
          </a:effectRef>
          <a:fontRef idx="minor">
            <a:schemeClr val="tx1"/>
          </a:fontRef>
        </p:style>
      </p:cxnSp>
      <p:sp>
        <p:nvSpPr>
          <p:cNvPr id="34" name="文本框 33"/>
          <p:cNvSpPr txBox="1"/>
          <p:nvPr/>
        </p:nvSpPr>
        <p:spPr>
          <a:xfrm>
            <a:off x="1730454" y="2476024"/>
            <a:ext cx="3488152" cy="570865"/>
          </a:xfrm>
          <a:prstGeom prst="rect">
            <a:avLst/>
          </a:prstGeom>
          <a:noFill/>
        </p:spPr>
        <p:txBody>
          <a:bodyPr wrap="square" rtlCol="0">
            <a:spAutoFit/>
          </a:bodyPr>
          <a:p>
            <a:pPr algn="ctr">
              <a:lnSpc>
                <a:spcPct val="110000"/>
              </a:lnSpc>
            </a:pPr>
            <a:r>
              <a:rPr lang="zh-CN" altLang="en-US" sz="1700" b="1">
                <a:solidFill>
                  <a:schemeClr val="bg1">
                    <a:lumMod val="50000"/>
                  </a:schemeClr>
                </a:solidFill>
              </a:rPr>
              <a:t>购买证据</a:t>
            </a:r>
            <a:endParaRPr lang="zh-CN" altLang="en-US" sz="1700" b="1">
              <a:solidFill>
                <a:schemeClr val="bg1">
                  <a:lumMod val="50000"/>
                </a:schemeClr>
              </a:solidFill>
            </a:endParaRPr>
          </a:p>
          <a:p>
            <a:pPr algn="ctr">
              <a:lnSpc>
                <a:spcPct val="110000"/>
              </a:lnSpc>
            </a:pPr>
            <a:endParaRPr lang="zh-CN" altLang="en-US" sz="1135">
              <a:solidFill>
                <a:schemeClr val="bg1">
                  <a:lumMod val="50000"/>
                </a:schemeClr>
              </a:solidFill>
            </a:endParaRPr>
          </a:p>
        </p:txBody>
      </p:sp>
      <p:cxnSp>
        <p:nvCxnSpPr>
          <p:cNvPr id="35" name="直接连接符 34"/>
          <p:cNvCxnSpPr/>
          <p:nvPr/>
        </p:nvCxnSpPr>
        <p:spPr>
          <a:xfrm>
            <a:off x="5759768" y="2399230"/>
            <a:ext cx="3647141" cy="0"/>
          </a:xfrm>
          <a:prstGeom prst="line">
            <a:avLst/>
          </a:prstGeom>
          <a:ln w="28575" cmpd="sng">
            <a:solidFill>
              <a:schemeClr val="bg1">
                <a:lumMod val="50000"/>
              </a:schemeClr>
            </a:solidFill>
            <a:prstDash val="solid"/>
          </a:ln>
        </p:spPr>
        <p:style>
          <a:lnRef idx="2">
            <a:schemeClr val="accent1"/>
          </a:lnRef>
          <a:fillRef idx="0">
            <a:srgbClr val="FFFFFF"/>
          </a:fillRef>
          <a:effectRef idx="0">
            <a:srgbClr val="FFFFFF"/>
          </a:effectRef>
          <a:fontRef idx="minor">
            <a:schemeClr val="tx1"/>
          </a:fontRef>
        </p:style>
      </p:cxnSp>
      <p:sp>
        <p:nvSpPr>
          <p:cNvPr id="36" name="文本框 35"/>
          <p:cNvSpPr txBox="1"/>
          <p:nvPr/>
        </p:nvSpPr>
        <p:spPr>
          <a:xfrm>
            <a:off x="5773567" y="2471225"/>
            <a:ext cx="3630942" cy="570865"/>
          </a:xfrm>
          <a:prstGeom prst="rect">
            <a:avLst/>
          </a:prstGeom>
          <a:noFill/>
        </p:spPr>
        <p:txBody>
          <a:bodyPr wrap="square" rtlCol="0">
            <a:spAutoFit/>
          </a:bodyPr>
          <a:p>
            <a:pPr algn="ctr">
              <a:lnSpc>
                <a:spcPct val="110000"/>
              </a:lnSpc>
            </a:pPr>
            <a:r>
              <a:rPr lang="zh-CN" altLang="en-US" sz="1700" b="1">
                <a:solidFill>
                  <a:schemeClr val="bg1">
                    <a:lumMod val="50000"/>
                  </a:schemeClr>
                </a:solidFill>
              </a:rPr>
              <a:t>用户价值</a:t>
            </a:r>
            <a:endParaRPr lang="zh-CN" altLang="en-US" sz="1700" b="1">
              <a:solidFill>
                <a:schemeClr val="bg1">
                  <a:lumMod val="50000"/>
                </a:schemeClr>
              </a:solidFill>
            </a:endParaRPr>
          </a:p>
          <a:p>
            <a:pPr algn="ctr">
              <a:lnSpc>
                <a:spcPct val="110000"/>
              </a:lnSpc>
            </a:pPr>
            <a:endParaRPr lang="zh-CN" altLang="en-US" sz="1135">
              <a:solidFill>
                <a:schemeClr val="bg1">
                  <a:lumMod val="50000"/>
                </a:schemeClr>
              </a:solidFill>
            </a:endParaRPr>
          </a:p>
        </p:txBody>
      </p:sp>
      <p:sp>
        <p:nvSpPr>
          <p:cNvPr id="1048829" name="标题 1"/>
          <p:cNvSpPr txBox="1"/>
          <p:nvPr/>
        </p:nvSpPr>
        <p:spPr>
          <a:xfrm>
            <a:off x="469265" y="284480"/>
            <a:ext cx="9365615" cy="496570"/>
          </a:xfrm>
          <a:prstGeom prst="rect">
            <a:avLst/>
          </a:prstGeom>
        </p:spPr>
        <p:txBody>
          <a:bodyPr vert="horz" lIns="80991" tIns="40495" rIns="80991" bIns="40495" rtlCol="0" anchor="b">
            <a:noAutofit/>
          </a:bodyPr>
          <a:lstStyle>
            <a:lvl1pPr algn="ctr" defTabSz="975360" rtl="0" eaLnBrk="1" latinLnBrk="0" hangingPunct="1">
              <a:lnSpc>
                <a:spcPct val="90000"/>
              </a:lnSpc>
              <a:spcBef>
                <a:spcPct val="0"/>
              </a:spcBef>
              <a:buNone/>
              <a:defRPr sz="6400" kern="1200">
                <a:solidFill>
                  <a:schemeClr val="tx1"/>
                </a:solidFill>
                <a:latin typeface="+mj-lt"/>
                <a:ea typeface="+mj-ea"/>
                <a:cs typeface="+mj-cs"/>
              </a:defRPr>
            </a:lvl1pPr>
          </a:lstStyle>
          <a:p>
            <a:pPr algn="l">
              <a:lnSpc>
                <a:spcPct val="130000"/>
              </a:lnSpc>
              <a:spcBef>
                <a:spcPts val="1175"/>
              </a:spcBef>
            </a:pPr>
            <a:r>
              <a:rPr lang="zh-CN" altLang="en-US" sz="2835" b="1" dirty="0">
                <a:solidFill>
                  <a:schemeClr val="tx1"/>
                </a:solidFill>
                <a:latin typeface="微软雅黑" panose="020B0503020204020204" charset="-122"/>
                <a:ea typeface="微软雅黑" panose="020B0503020204020204" charset="-122"/>
              </a:rPr>
              <a:t>广告口号方法：有三</a:t>
            </a:r>
            <a:r>
              <a:rPr lang="zh-CN" altLang="en-US" sz="2835" b="1" dirty="0">
                <a:solidFill>
                  <a:schemeClr val="tx1"/>
                </a:solidFill>
                <a:latin typeface="微软雅黑" panose="020B0503020204020204" charset="-122"/>
                <a:ea typeface="微软雅黑" panose="020B0503020204020204" charset="-122"/>
              </a:rPr>
              <a:t>种</a:t>
            </a:r>
            <a:endParaRPr lang="zh-CN" altLang="en-US" sz="2835" b="1" dirty="0">
              <a:solidFill>
                <a:schemeClr val="tx1"/>
              </a:solidFill>
              <a:latin typeface="微软雅黑" panose="020B0503020204020204" charset="-122"/>
              <a:ea typeface="微软雅黑" panose="020B0503020204020204" charset="-122"/>
            </a:endParaRPr>
          </a:p>
        </p:txBody>
      </p:sp>
      <p:pic>
        <p:nvPicPr>
          <p:cNvPr id="2097339" name="图片 1" descr="五步打爆大单品+方法论源文件+锦成+20230924_画板 1 副本 3"/>
          <p:cNvPicPr>
            <a:picLocks noChangeAspect="1"/>
          </p:cNvPicPr>
          <p:nvPr/>
        </p:nvPicPr>
        <p:blipFill>
          <a:blip r:embed="rId2"/>
          <a:srcRect l="2371" t="43552" r="50593" b="5508"/>
          <a:stretch>
            <a:fillRect/>
          </a:stretch>
        </p:blipFill>
        <p:spPr>
          <a:xfrm>
            <a:off x="469265" y="3239770"/>
            <a:ext cx="4730115" cy="28829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表格 3"/>
          <p:cNvGraphicFramePr/>
          <p:nvPr>
            <p:custDataLst>
              <p:tags r:id="rId1"/>
            </p:custDataLst>
          </p:nvPr>
        </p:nvGraphicFramePr>
        <p:xfrm>
          <a:off x="868915" y="860827"/>
          <a:ext cx="9763760" cy="5259705"/>
        </p:xfrm>
        <a:graphic>
          <a:graphicData uri="http://schemas.openxmlformats.org/drawingml/2006/table">
            <a:tbl>
              <a:tblPr/>
              <a:tblGrid>
                <a:gridCol w="464185"/>
                <a:gridCol w="969645"/>
                <a:gridCol w="3912870"/>
                <a:gridCol w="4417060"/>
              </a:tblGrid>
              <a:tr h="457835">
                <a:tc>
                  <a:txBody>
                    <a:bodyPr/>
                    <a:p>
                      <a:pPr marL="9525" indent="0" algn="ctr" fontAlgn="ctr">
                        <a:buNone/>
                      </a:pPr>
                      <a:r>
                        <a:rPr lang="zh-CN" altLang="en-US" sz="1325" b="0" i="0">
                          <a:solidFill>
                            <a:schemeClr val="bg1"/>
                          </a:solidFill>
                          <a:latin typeface="微软雅黑" panose="020B0503020204020204" charset="-122"/>
                          <a:ea typeface="微软雅黑" panose="020B0503020204020204" charset="-122"/>
                        </a:rPr>
                        <a:t>用户感知</a:t>
                      </a:r>
                      <a:endParaRPr lang="zh-CN" altLang="en-US" sz="1325" b="0" i="0">
                        <a:solidFill>
                          <a:schemeClr val="bg1"/>
                        </a:solidFill>
                        <a:latin typeface="微软雅黑" panose="020B0503020204020204" charset="-122"/>
                        <a:ea typeface="微软雅黑" panose="020B0503020204020204" charset="-122"/>
                      </a:endParaRPr>
                    </a:p>
                  </a:txBody>
                  <a:tcPr marL="9298" marR="9298" marT="9298" marB="43196" anchor="ctr" anchorCtr="0">
                    <a:lnL w="19050">
                      <a:solidFill>
                        <a:schemeClr val="tx1"/>
                      </a:solidFill>
                      <a:prstDash val="solid"/>
                    </a:lnL>
                    <a:lnR w="6350" cap="flat" cmpd="sng">
                      <a:solidFill>
                        <a:srgbClr val="000000"/>
                      </a:solidFill>
                      <a:prstDash val="solid"/>
                      <a:headEnd type="none" w="med" len="med"/>
                      <a:tailEnd type="none" w="med" len="med"/>
                    </a:lnR>
                    <a:lnT w="19050">
                      <a:solidFill>
                        <a:schemeClr val="tx1"/>
                      </a:solidFill>
                      <a:prstDash val="solid"/>
                    </a:lnT>
                    <a:lnB w="6350" cap="flat" cmpd="sng">
                      <a:solidFill>
                        <a:srgbClr val="000000"/>
                      </a:solidFill>
                      <a:prstDash val="solid"/>
                      <a:headEnd type="none" w="med" len="med"/>
                      <a:tailEnd type="none" w="med" len="med"/>
                    </a:lnB>
                    <a:solidFill>
                      <a:srgbClr val="FF0000"/>
                    </a:solidFill>
                  </a:tcPr>
                </a:tc>
                <a:tc>
                  <a:txBody>
                    <a:bodyPr/>
                    <a:p>
                      <a:pPr marL="9525" indent="0" algn="ctr" fontAlgn="ctr">
                        <a:buNone/>
                      </a:pPr>
                      <a:r>
                        <a:rPr lang="zh-CN" altLang="en-US" sz="1325" b="1" i="0">
                          <a:solidFill>
                            <a:schemeClr val="bg1"/>
                          </a:solidFill>
                          <a:latin typeface="微软雅黑" panose="020B0503020204020204" charset="-122"/>
                          <a:ea typeface="微软雅黑" panose="020B0503020204020204" charset="-122"/>
                        </a:rPr>
                        <a:t>沟通内容</a:t>
                      </a:r>
                      <a:endParaRPr lang="zh-CN" altLang="en-US" sz="1325" b="1" i="0">
                        <a:solidFill>
                          <a:schemeClr val="bg1"/>
                        </a:solidFill>
                        <a:latin typeface="微软雅黑" panose="020B0503020204020204" charset="-122"/>
                        <a:ea typeface="微软雅黑" panose="020B0503020204020204" charset="-122"/>
                      </a:endParaRPr>
                    </a:p>
                  </a:txBody>
                  <a:tcPr marL="9298" marR="9298" marT="9298" marB="43196"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19050">
                      <a:solidFill>
                        <a:schemeClr val="tx1"/>
                      </a:solidFill>
                      <a:prstDash val="solid"/>
                    </a:lnT>
                    <a:lnB w="6350" cap="flat" cmpd="sng">
                      <a:solidFill>
                        <a:srgbClr val="000000"/>
                      </a:solidFill>
                      <a:prstDash val="solid"/>
                      <a:headEnd type="none" w="med" len="med"/>
                      <a:tailEnd type="none" w="med" len="med"/>
                    </a:lnB>
                    <a:solidFill>
                      <a:srgbClr val="FF0000"/>
                    </a:solidFill>
                  </a:tcPr>
                </a:tc>
                <a:tc>
                  <a:txBody>
                    <a:bodyPr/>
                    <a:p>
                      <a:pPr marL="9525" indent="0" algn="ctr" fontAlgn="ctr">
                        <a:buNone/>
                      </a:pPr>
                      <a:r>
                        <a:rPr lang="zh-CN" altLang="en-US" sz="1325" b="0" i="0">
                          <a:solidFill>
                            <a:srgbClr val="000000"/>
                          </a:solidFill>
                          <a:latin typeface="微软雅黑" panose="020B0503020204020204" charset="-122"/>
                          <a:ea typeface="微软雅黑" panose="020B0503020204020204" charset="-122"/>
                        </a:rPr>
                        <a:t>我方产品</a:t>
                      </a:r>
                      <a:endParaRPr lang="zh-CN" altLang="en-US" sz="1325" b="0" i="0">
                        <a:solidFill>
                          <a:srgbClr val="000000"/>
                        </a:solidFill>
                        <a:latin typeface="微软雅黑" panose="020B0503020204020204" charset="-122"/>
                        <a:ea typeface="微软雅黑" panose="020B0503020204020204" charset="-122"/>
                      </a:endParaRPr>
                    </a:p>
                  </a:txBody>
                  <a:tcPr marL="9298" marR="9298" marT="9298" marB="43196" anchor="ctr" anchorCtr="0">
                    <a:lnL w="6350" cap="flat" cmpd="sng">
                      <a:solidFill>
                        <a:srgbClr val="000000"/>
                      </a:solidFill>
                      <a:prstDash val="solid"/>
                      <a:headEnd type="none" w="med" len="med"/>
                      <a:tailEnd type="none" w="med" len="med"/>
                    </a:lnL>
                    <a:lnR w="19050">
                      <a:solidFill>
                        <a:schemeClr val="tx1"/>
                      </a:solidFill>
                      <a:prstDash val="solid"/>
                    </a:lnR>
                    <a:lnT w="19050">
                      <a:solidFill>
                        <a:schemeClr val="tx1"/>
                      </a:solidFill>
                      <a:prstDash val="solid"/>
                    </a:lnT>
                    <a:lnB w="6350" cap="flat" cmpd="sng">
                      <a:solidFill>
                        <a:srgbClr val="000000"/>
                      </a:solidFill>
                      <a:prstDash val="solid"/>
                      <a:headEnd type="none" w="med" len="med"/>
                      <a:tailEnd type="none" w="med" len="med"/>
                    </a:lnB>
                    <a:solidFill>
                      <a:schemeClr val="accent6">
                        <a:lumMod val="20000"/>
                        <a:lumOff val="80000"/>
                      </a:schemeClr>
                    </a:solidFill>
                  </a:tcPr>
                </a:tc>
                <a:tc>
                  <a:txBody>
                    <a:bodyPr/>
                    <a:p>
                      <a:pPr marL="9525" indent="0" algn="ctr" fontAlgn="ctr">
                        <a:buNone/>
                      </a:pPr>
                      <a:r>
                        <a:rPr lang="zh-CN" altLang="en-US" sz="1325" b="0" i="0">
                          <a:solidFill>
                            <a:srgbClr val="000000"/>
                          </a:solidFill>
                          <a:latin typeface="微软雅黑" panose="020B0503020204020204" charset="-122"/>
                          <a:ea typeface="微软雅黑" panose="020B0503020204020204" charset="-122"/>
                        </a:rPr>
                        <a:t>核心竞品</a:t>
                      </a:r>
                      <a:endParaRPr lang="zh-CN" altLang="en-US" sz="1325" b="0" i="0">
                        <a:solidFill>
                          <a:srgbClr val="000000"/>
                        </a:solidFill>
                        <a:latin typeface="微软雅黑" panose="020B0503020204020204" charset="-122"/>
                        <a:ea typeface="微软雅黑" panose="020B0503020204020204" charset="-122"/>
                      </a:endParaRPr>
                    </a:p>
                  </a:txBody>
                  <a:tcPr marL="9298" marR="9298" marT="9298" marB="43196" anchor="ctr" anchorCtr="0">
                    <a:lnL w="6350" cap="flat" cmpd="sng">
                      <a:solidFill>
                        <a:srgbClr val="000000"/>
                      </a:solidFill>
                      <a:prstDash val="solid"/>
                      <a:headEnd type="none" w="med" len="med"/>
                      <a:tailEnd type="none" w="med" len="med"/>
                    </a:lnL>
                    <a:lnR w="19050">
                      <a:solidFill>
                        <a:schemeClr val="tx1"/>
                      </a:solidFill>
                      <a:prstDash val="solid"/>
                    </a:lnR>
                    <a:lnT w="19050">
                      <a:solidFill>
                        <a:schemeClr val="tx1"/>
                      </a:solidFill>
                      <a:prstDash val="solid"/>
                    </a:lnT>
                    <a:lnB w="6350" cap="flat" cmpd="sng">
                      <a:solidFill>
                        <a:srgbClr val="000000"/>
                      </a:solidFill>
                      <a:prstDash val="solid"/>
                      <a:headEnd type="none" w="med" len="med"/>
                      <a:tailEnd type="none" w="med" len="med"/>
                    </a:lnB>
                    <a:solidFill>
                      <a:schemeClr val="accent6">
                        <a:lumMod val="20000"/>
                        <a:lumOff val="80000"/>
                      </a:schemeClr>
                    </a:solidFill>
                  </a:tcPr>
                </a:tc>
              </a:tr>
              <a:tr h="375285">
                <a:tc rowSpan="3">
                  <a:txBody>
                    <a:bodyPr/>
                    <a:p>
                      <a:pPr marL="9525" indent="0" algn="ctr" fontAlgn="ctr"/>
                      <a:r>
                        <a:rPr lang="zh-CN" sz="1325" b="0" i="0">
                          <a:solidFill>
                            <a:schemeClr val="bg1"/>
                          </a:solidFill>
                          <a:latin typeface="微软雅黑" panose="020B0503020204020204" charset="-122"/>
                          <a:ea typeface="微软雅黑" panose="020B0503020204020204" charset="-122"/>
                        </a:rPr>
                        <a:t>这是什么</a:t>
                      </a:r>
                      <a:endParaRPr lang="zh-CN" sz="1325" b="0" i="0">
                        <a:solidFill>
                          <a:schemeClr val="bg1"/>
                        </a:solidFill>
                        <a:latin typeface="微软雅黑" panose="020B0503020204020204" charset="-122"/>
                        <a:ea typeface="微软雅黑" panose="020B0503020204020204" charset="-122"/>
                      </a:endParaRPr>
                    </a:p>
                  </a:txBody>
                  <a:tcPr marL="9298" marR="9298" marT="9298" marB="43196" anchor="ctr" anchorCtr="0">
                    <a:lnL w="19050">
                      <a:solidFill>
                        <a:schemeClr val="tx1"/>
                      </a:solidFill>
                      <a:prstDash val="solid"/>
                    </a:lnL>
                    <a:lnR w="6350" cap="flat" cmpd="sng">
                      <a:solidFill>
                        <a:srgbClr val="000000"/>
                      </a:solidFill>
                      <a:prstDash val="solid"/>
                      <a:headEnd type="none" w="med" len="med"/>
                      <a:tailEnd type="none" w="med" len="med"/>
                    </a:lnR>
                    <a:lnT w="19050">
                      <a:solidFill>
                        <a:schemeClr val="tx1"/>
                      </a:solidFill>
                      <a:prstDash val="solid"/>
                    </a:lnT>
                    <a:lnB w="6350" cap="flat" cmpd="sng">
                      <a:solidFill>
                        <a:srgbClr val="000000"/>
                      </a:solidFill>
                      <a:prstDash val="solid"/>
                      <a:headEnd type="none" w="med" len="med"/>
                      <a:tailEnd type="none" w="med" len="med"/>
                    </a:lnB>
                    <a:solidFill>
                      <a:srgbClr val="FF0000"/>
                    </a:solidFill>
                  </a:tcPr>
                </a:tc>
                <a:tc>
                  <a:txBody>
                    <a:bodyPr/>
                    <a:p>
                      <a:pPr marL="9525" indent="0" algn="ctr" fontAlgn="ctr"/>
                      <a:r>
                        <a:rPr lang="zh-CN" sz="1325" b="1" i="0">
                          <a:solidFill>
                            <a:schemeClr val="bg1"/>
                          </a:solidFill>
                          <a:latin typeface="微软雅黑" panose="020B0503020204020204" charset="-122"/>
                          <a:ea typeface="微软雅黑" panose="020B0503020204020204" charset="-122"/>
                        </a:rPr>
                        <a:t>品牌名字</a:t>
                      </a:r>
                      <a:endParaRPr lang="zh-CN" sz="1325" b="1" i="0">
                        <a:solidFill>
                          <a:schemeClr val="bg1"/>
                        </a:solidFill>
                        <a:latin typeface="微软雅黑" panose="020B0503020204020204" charset="-122"/>
                        <a:ea typeface="微软雅黑" panose="020B0503020204020204" charset="-122"/>
                      </a:endParaRPr>
                    </a:p>
                  </a:txBody>
                  <a:tcPr marL="9298" marR="9298" marT="9298" marB="43196"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19050">
                      <a:solidFill>
                        <a:schemeClr val="tx1"/>
                      </a:solidFill>
                      <a:prstDash val="solid"/>
                    </a:lnT>
                    <a:lnB w="6350" cap="flat" cmpd="sng">
                      <a:solidFill>
                        <a:srgbClr val="000000"/>
                      </a:solidFill>
                      <a:prstDash val="solid"/>
                      <a:headEnd type="none" w="med" len="med"/>
                      <a:tailEnd type="none" w="med" len="med"/>
                    </a:lnB>
                    <a:solidFill>
                      <a:srgbClr val="FF0000"/>
                    </a:solidFill>
                  </a:tcPr>
                </a:tc>
                <a:tc>
                  <a:txBody>
                    <a:bodyPr/>
                    <a:p>
                      <a:pPr marL="9525" indent="0" algn="ctr" fontAlgn="ctr"/>
                      <a:r>
                        <a:rPr lang="zh-CN" altLang="en-US" sz="1325" b="0" i="0">
                          <a:solidFill>
                            <a:schemeClr val="tx1"/>
                          </a:solidFill>
                          <a:latin typeface="微软雅黑" panose="020B0503020204020204" charset="-122"/>
                          <a:ea typeface="微软雅黑" panose="020B0503020204020204" charset="-122"/>
                        </a:rPr>
                        <a:t>辣妹子</a:t>
                      </a:r>
                      <a:r>
                        <a:rPr lang="en-US" sz="1325" b="0" i="0">
                          <a:solidFill>
                            <a:schemeClr val="tx1"/>
                          </a:solidFill>
                          <a:latin typeface="微软雅黑" panose="020B0503020204020204" charset="-122"/>
                          <a:ea typeface="微软雅黑" panose="020B0503020204020204" charset="-122"/>
                        </a:rPr>
                        <a:t> </a:t>
                      </a:r>
                      <a:r>
                        <a:rPr lang="en-US" altLang="zh-CN" sz="1325" b="1">
                          <a:solidFill>
                            <a:schemeClr val="tx1"/>
                          </a:solidFill>
                          <a:latin typeface="Arial" panose="020B0604020202020204" pitchFamily="34" charset="0"/>
                          <a:ea typeface="微软雅黑" panose="020B0503020204020204" charset="-122"/>
                          <a:sym typeface="+mn-ea"/>
                        </a:rPr>
                        <a:t> · </a:t>
                      </a:r>
                      <a:r>
                        <a:rPr lang="zh-CN" altLang="en-US" sz="1325" b="1">
                          <a:solidFill>
                            <a:schemeClr val="tx1"/>
                          </a:solidFill>
                          <a:sym typeface="+mn-ea"/>
                        </a:rPr>
                        <a:t>湘派功夫</a:t>
                      </a:r>
                      <a:endParaRPr lang="zh-CN" altLang="en-US" sz="1325" b="1" i="0">
                        <a:solidFill>
                          <a:schemeClr val="tx1"/>
                        </a:solidFill>
                        <a:latin typeface="微软雅黑" panose="020B0503020204020204" charset="-122"/>
                        <a:ea typeface="微软雅黑" panose="020B0503020204020204" charset="-122"/>
                        <a:sym typeface="+mn-ea"/>
                      </a:endParaRPr>
                    </a:p>
                  </a:txBody>
                  <a:tcPr marL="9298" marR="9298" marT="9298" marB="43196" anchor="ctr" anchorCtr="0">
                    <a:lnL w="6350" cap="flat" cmpd="sng">
                      <a:solidFill>
                        <a:srgbClr val="000000"/>
                      </a:solidFill>
                      <a:prstDash val="solid"/>
                      <a:headEnd type="none" w="med" len="med"/>
                      <a:tailEnd type="none" w="med" len="med"/>
                    </a:lnL>
                    <a:lnR w="19050">
                      <a:solidFill>
                        <a:schemeClr val="tx1"/>
                      </a:solidFill>
                      <a:prstDash val="solid"/>
                    </a:lnR>
                    <a:lnT w="19050">
                      <a:solidFill>
                        <a:schemeClr val="tx1"/>
                      </a:solidFill>
                      <a:prstDash val="solid"/>
                    </a:lnT>
                    <a:lnB w="6350" cap="flat" cmpd="sng">
                      <a:solidFill>
                        <a:srgbClr val="000000"/>
                      </a:solidFill>
                      <a:prstDash val="solid"/>
                      <a:headEnd type="none" w="med" len="med"/>
                      <a:tailEnd type="none" w="med" len="med"/>
                    </a:lnB>
                    <a:solidFill>
                      <a:schemeClr val="accent6">
                        <a:lumMod val="20000"/>
                        <a:lumOff val="80000"/>
                      </a:schemeClr>
                    </a:solidFill>
                  </a:tcPr>
                </a:tc>
                <a:tc>
                  <a:txBody>
                    <a:bodyPr/>
                    <a:p>
                      <a:pPr marL="9525" indent="0" algn="ctr" fontAlgn="ctr">
                        <a:buNone/>
                      </a:pPr>
                      <a:r>
                        <a:rPr lang="zh-CN" altLang="en-US" sz="1325" b="0" i="0">
                          <a:solidFill>
                            <a:srgbClr val="000000"/>
                          </a:solidFill>
                          <a:latin typeface="微软雅黑" panose="020B0503020204020204" charset="-122"/>
                          <a:ea typeface="微软雅黑" panose="020B0503020204020204" charset="-122"/>
                        </a:rPr>
                        <a:t>川娃子</a:t>
                      </a:r>
                      <a:endParaRPr lang="zh-CN" altLang="en-US" sz="1325" b="0" i="0">
                        <a:solidFill>
                          <a:srgbClr val="000000"/>
                        </a:solidFill>
                        <a:latin typeface="微软雅黑" panose="020B0503020204020204" charset="-122"/>
                        <a:ea typeface="微软雅黑" panose="020B0503020204020204" charset="-122"/>
                      </a:endParaRPr>
                    </a:p>
                  </a:txBody>
                  <a:tcPr marL="9298" marR="9298" marT="9298" marB="43196" anchor="ctr" anchorCtr="0">
                    <a:lnL w="6350" cap="flat" cmpd="sng">
                      <a:solidFill>
                        <a:srgbClr val="000000"/>
                      </a:solidFill>
                      <a:prstDash val="solid"/>
                      <a:headEnd type="none" w="med" len="med"/>
                      <a:tailEnd type="none" w="med" len="med"/>
                    </a:lnL>
                    <a:lnR w="19050">
                      <a:solidFill>
                        <a:schemeClr val="tx1"/>
                      </a:solidFill>
                      <a:prstDash val="solid"/>
                    </a:lnR>
                    <a:lnT w="19050">
                      <a:solidFill>
                        <a:schemeClr val="tx1"/>
                      </a:solidFill>
                      <a:prstDash val="solid"/>
                    </a:lnT>
                    <a:lnB w="6350" cap="flat" cmpd="sng">
                      <a:solidFill>
                        <a:srgbClr val="000000"/>
                      </a:solidFill>
                      <a:prstDash val="solid"/>
                      <a:headEnd type="none" w="med" len="med"/>
                      <a:tailEnd type="none" w="med" len="med"/>
                    </a:lnB>
                    <a:solidFill>
                      <a:schemeClr val="accent6">
                        <a:lumMod val="20000"/>
                        <a:lumOff val="80000"/>
                      </a:schemeClr>
                    </a:solidFill>
                  </a:tcPr>
                </a:tc>
              </a:tr>
              <a:tr h="356870">
                <a:tc vMerge="1">
                  <a:tcPr>
                    <a:lnL w="19050">
                      <a:solidFill>
                        <a:schemeClr val="tx1"/>
                      </a:solidFill>
                      <a:prstDash val="soli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marL="9525" indent="0" algn="ctr" fontAlgn="ctr"/>
                      <a:r>
                        <a:rPr lang="zh-CN" altLang="en-US" sz="1325" b="1">
                          <a:solidFill>
                            <a:schemeClr val="bg1"/>
                          </a:solidFill>
                          <a:latin typeface="微软雅黑" panose="020B0503020204020204" charset="-122"/>
                          <a:ea typeface="微软雅黑" panose="020B0503020204020204" charset="-122"/>
                          <a:sym typeface="+mn-ea"/>
                        </a:rPr>
                        <a:t>系列名</a:t>
                      </a:r>
                      <a:endParaRPr lang="zh-CN" sz="1325" b="1" i="0">
                        <a:solidFill>
                          <a:schemeClr val="bg1"/>
                        </a:solidFill>
                        <a:latin typeface="微软雅黑" panose="020B0503020204020204" charset="-122"/>
                        <a:ea typeface="微软雅黑" panose="020B0503020204020204" charset="-122"/>
                      </a:endParaRPr>
                    </a:p>
                  </a:txBody>
                  <a:tcPr marL="9298" marR="9298" marT="9298" marB="43196"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0000"/>
                    </a:solidFill>
                  </a:tcPr>
                </a:tc>
                <a:tc>
                  <a:txBody>
                    <a:bodyPr/>
                    <a:p>
                      <a:pPr marL="9525" indent="0" algn="ctr" fontAlgn="ctr"/>
                      <a:r>
                        <a:rPr lang="en-US" altLang="zh-CN" sz="1325" b="0" i="0">
                          <a:solidFill>
                            <a:srgbClr val="000000"/>
                          </a:solidFill>
                          <a:latin typeface="微软雅黑" panose="020B0503020204020204" charset="-122"/>
                          <a:ea typeface="微软雅黑" panose="020B0503020204020204" charset="-122"/>
                        </a:rPr>
                        <a:t> </a:t>
                      </a:r>
                      <a:r>
                        <a:rPr lang="zh-CN" altLang="en-US" sz="1325" b="0" i="0">
                          <a:solidFill>
                            <a:srgbClr val="000000"/>
                          </a:solidFill>
                          <a:latin typeface="微软雅黑" panose="020B0503020204020204" charset="-122"/>
                          <a:ea typeface="微软雅黑" panose="020B0503020204020204" charset="-122"/>
                        </a:rPr>
                        <a:t>地道湘味下饭菜</a:t>
                      </a:r>
                      <a:endParaRPr lang="zh-CN" altLang="en-US" sz="1325" b="0" i="0">
                        <a:solidFill>
                          <a:srgbClr val="000000"/>
                        </a:solidFill>
                        <a:latin typeface="微软雅黑" panose="020B0503020204020204" charset="-122"/>
                        <a:ea typeface="微软雅黑" panose="020B0503020204020204" charset="-122"/>
                      </a:endParaRPr>
                    </a:p>
                  </a:txBody>
                  <a:tcPr marL="9298" marR="9298" marT="9298" marB="43196" anchor="ctr" anchorCtr="0">
                    <a:lnL w="6350" cap="flat" cmpd="sng">
                      <a:solidFill>
                        <a:srgbClr val="000000"/>
                      </a:solidFill>
                      <a:prstDash val="solid"/>
                      <a:headEnd type="none" w="med" len="med"/>
                      <a:tailEnd type="none" w="med" len="med"/>
                    </a:lnL>
                    <a:lnR w="19050">
                      <a:solidFill>
                        <a:schemeClr val="tx1"/>
                      </a:solidFill>
                      <a:prstDash val="soli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6">
                        <a:lumMod val="20000"/>
                        <a:lumOff val="80000"/>
                      </a:schemeClr>
                    </a:solidFill>
                  </a:tcPr>
                </a:tc>
                <a:tc>
                  <a:txBody>
                    <a:bodyPr/>
                    <a:p>
                      <a:pPr marL="9525" indent="0" algn="ctr" fontAlgn="ctr">
                        <a:buNone/>
                      </a:pPr>
                      <a:r>
                        <a:rPr lang="zh-CN" altLang="en-US" sz="1325" b="0" i="0">
                          <a:solidFill>
                            <a:srgbClr val="000000"/>
                          </a:solidFill>
                          <a:latin typeface="微软雅黑" panose="020B0503020204020204" charset="-122"/>
                          <a:ea typeface="微软雅黑" panose="020B0503020204020204" charset="-122"/>
                        </a:rPr>
                        <a:t>下饭菜系列</a:t>
                      </a:r>
                      <a:endParaRPr lang="zh-CN" altLang="en-US" sz="1325" b="0" i="0">
                        <a:solidFill>
                          <a:srgbClr val="000000"/>
                        </a:solidFill>
                        <a:latin typeface="微软雅黑" panose="020B0503020204020204" charset="-122"/>
                        <a:ea typeface="微软雅黑" panose="020B0503020204020204" charset="-122"/>
                      </a:endParaRPr>
                    </a:p>
                  </a:txBody>
                  <a:tcPr marL="9298" marR="9298" marT="9298" marB="43196" anchor="ctr" anchorCtr="0">
                    <a:lnL w="6350" cap="flat" cmpd="sng">
                      <a:solidFill>
                        <a:srgbClr val="000000"/>
                      </a:solidFill>
                      <a:prstDash val="solid"/>
                      <a:headEnd type="none" w="med" len="med"/>
                      <a:tailEnd type="none" w="med" len="med"/>
                    </a:lnL>
                    <a:lnR w="19050">
                      <a:solidFill>
                        <a:schemeClr val="tx1"/>
                      </a:solidFill>
                      <a:prstDash val="soli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6">
                        <a:lumMod val="20000"/>
                        <a:lumOff val="80000"/>
                      </a:schemeClr>
                    </a:solidFill>
                  </a:tcPr>
                </a:tc>
              </a:tr>
              <a:tr h="356870">
                <a:tc vMerge="1">
                  <a:tcPr/>
                </a:tc>
                <a:tc>
                  <a:txBody>
                    <a:bodyPr/>
                    <a:p>
                      <a:pPr marL="9525" indent="0" algn="ctr" fontAlgn="ctr">
                        <a:buNone/>
                      </a:pPr>
                      <a:r>
                        <a:rPr lang="zh-CN" sz="1325" b="1">
                          <a:solidFill>
                            <a:schemeClr val="bg1"/>
                          </a:solidFill>
                          <a:latin typeface="微软雅黑" panose="020B0503020204020204" charset="-122"/>
                          <a:ea typeface="微软雅黑" panose="020B0503020204020204" charset="-122"/>
                          <a:sym typeface="+mn-ea"/>
                        </a:rPr>
                        <a:t>产品名字</a:t>
                      </a:r>
                      <a:endParaRPr lang="zh-CN" altLang="en-US" sz="1325" b="1" i="0">
                        <a:solidFill>
                          <a:schemeClr val="bg1"/>
                        </a:solidFill>
                        <a:latin typeface="微软雅黑" panose="020B0503020204020204" charset="-122"/>
                        <a:ea typeface="微软雅黑" panose="020B0503020204020204" charset="-122"/>
                      </a:endParaRPr>
                    </a:p>
                  </a:txBody>
                  <a:tcPr marL="9298" marR="9298" marT="9298" marB="43196"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0000"/>
                    </a:solidFill>
                  </a:tcPr>
                </a:tc>
                <a:tc>
                  <a:txBody>
                    <a:bodyPr/>
                    <a:p>
                      <a:pPr marL="9525" indent="0" algn="ctr" fontAlgn="ctr">
                        <a:buNone/>
                      </a:pPr>
                      <a:r>
                        <a:rPr lang="zh-CN" altLang="en-US" sz="1700" b="1" i="0">
                          <a:solidFill>
                            <a:srgbClr val="000000"/>
                          </a:solidFill>
                          <a:latin typeface="微软雅黑" panose="020B0503020204020204" charset="-122"/>
                          <a:ea typeface="微软雅黑" panose="020B0503020204020204" charset="-122"/>
                        </a:rPr>
                        <a:t>小炒黄牛肉酱</a:t>
                      </a:r>
                      <a:endParaRPr lang="zh-CN" altLang="en-US" sz="1700" b="1" i="0">
                        <a:solidFill>
                          <a:srgbClr val="000000"/>
                        </a:solidFill>
                        <a:latin typeface="微软雅黑" panose="020B0503020204020204" charset="-122"/>
                        <a:ea typeface="微软雅黑" panose="020B0503020204020204" charset="-122"/>
                      </a:endParaRPr>
                    </a:p>
                  </a:txBody>
                  <a:tcPr marL="9298" marR="9298" marT="9298" marB="43196" anchor="ctr" anchorCtr="0">
                    <a:lnL w="6350" cap="flat" cmpd="sng">
                      <a:solidFill>
                        <a:srgbClr val="000000"/>
                      </a:solidFill>
                      <a:prstDash val="solid"/>
                      <a:headEnd type="none" w="med" len="med"/>
                      <a:tailEnd type="none" w="med" len="med"/>
                    </a:lnL>
                    <a:lnR w="19050">
                      <a:solidFill>
                        <a:schemeClr val="tx1"/>
                      </a:solidFill>
                      <a:prstDash val="soli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6">
                        <a:lumMod val="20000"/>
                        <a:lumOff val="80000"/>
                      </a:schemeClr>
                    </a:solidFill>
                  </a:tcPr>
                </a:tc>
                <a:tc>
                  <a:txBody>
                    <a:bodyPr/>
                    <a:p>
                      <a:pPr marL="9525" indent="0" algn="ctr" fontAlgn="ctr">
                        <a:buNone/>
                      </a:pPr>
                      <a:r>
                        <a:rPr lang="zh-CN" altLang="en-US" sz="1325" b="0" i="0">
                          <a:solidFill>
                            <a:srgbClr val="000000"/>
                          </a:solidFill>
                          <a:latin typeface="微软雅黑" panose="020B0503020204020204" charset="-122"/>
                          <a:ea typeface="微软雅黑" panose="020B0503020204020204" charset="-122"/>
                        </a:rPr>
                        <a:t>小炒黄牛肉酱</a:t>
                      </a:r>
                      <a:endParaRPr lang="zh-CN" altLang="en-US" sz="1325" b="0" i="0">
                        <a:solidFill>
                          <a:srgbClr val="000000"/>
                        </a:solidFill>
                        <a:latin typeface="微软雅黑" panose="020B0503020204020204" charset="-122"/>
                        <a:ea typeface="微软雅黑" panose="020B0503020204020204" charset="-122"/>
                      </a:endParaRPr>
                    </a:p>
                  </a:txBody>
                  <a:tcPr marL="9298" marR="9298" marT="9298" marB="43196" anchor="ctr" anchorCtr="0">
                    <a:lnL w="6350" cap="flat" cmpd="sng">
                      <a:solidFill>
                        <a:srgbClr val="000000"/>
                      </a:solidFill>
                      <a:prstDash val="solid"/>
                      <a:headEnd type="none" w="med" len="med"/>
                      <a:tailEnd type="none" w="med" len="med"/>
                    </a:lnL>
                    <a:lnR w="19050">
                      <a:solidFill>
                        <a:schemeClr val="tx1"/>
                      </a:solidFill>
                      <a:prstDash val="soli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6">
                        <a:lumMod val="20000"/>
                        <a:lumOff val="80000"/>
                      </a:schemeClr>
                    </a:solidFill>
                  </a:tcPr>
                </a:tc>
              </a:tr>
              <a:tr h="454660">
                <a:tc rowSpan="2">
                  <a:txBody>
                    <a:bodyPr/>
                    <a:p>
                      <a:pPr marL="9525" indent="0" algn="ctr" fontAlgn="ctr"/>
                      <a:r>
                        <a:rPr lang="zh-CN" sz="1325" b="0" i="0">
                          <a:solidFill>
                            <a:schemeClr val="bg1"/>
                          </a:solidFill>
                          <a:latin typeface="微软雅黑" panose="020B0503020204020204" charset="-122"/>
                          <a:ea typeface="微软雅黑" panose="020B0503020204020204" charset="-122"/>
                        </a:rPr>
                        <a:t>有什么特点</a:t>
                      </a:r>
                      <a:endParaRPr lang="zh-CN" sz="1325" b="0" i="0">
                        <a:solidFill>
                          <a:schemeClr val="bg1"/>
                        </a:solidFill>
                        <a:latin typeface="微软雅黑" panose="020B0503020204020204" charset="-122"/>
                        <a:ea typeface="微软雅黑" panose="020B0503020204020204" charset="-122"/>
                      </a:endParaRPr>
                    </a:p>
                  </a:txBody>
                  <a:tcPr marL="9298" marR="9298" marT="9298" marB="43196" anchor="ctr" anchorCtr="0">
                    <a:lnL w="19050">
                      <a:solidFill>
                        <a:schemeClr val="tx1"/>
                      </a:solidFill>
                      <a:prstDash val="soli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4"/>
                    </a:solidFill>
                  </a:tcPr>
                </a:tc>
                <a:tc>
                  <a:txBody>
                    <a:bodyPr/>
                    <a:p>
                      <a:pPr marL="9525" indent="0" algn="ctr" fontAlgn="ctr"/>
                      <a:r>
                        <a:rPr lang="zh-CN" sz="1325" b="1" i="0">
                          <a:solidFill>
                            <a:schemeClr val="bg1"/>
                          </a:solidFill>
                          <a:latin typeface="微软雅黑" panose="020B0503020204020204" charset="-122"/>
                          <a:ea typeface="微软雅黑" panose="020B0503020204020204" charset="-122"/>
                        </a:rPr>
                        <a:t>销售口号</a:t>
                      </a:r>
                      <a:endParaRPr lang="zh-CN" sz="1325" b="1" i="0">
                        <a:solidFill>
                          <a:schemeClr val="bg1"/>
                        </a:solidFill>
                        <a:latin typeface="微软雅黑" panose="020B0503020204020204" charset="-122"/>
                        <a:ea typeface="微软雅黑" panose="020B0503020204020204" charset="-122"/>
                      </a:endParaRPr>
                    </a:p>
                  </a:txBody>
                  <a:tcPr marL="9298" marR="9298" marT="9298" marB="43196"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4"/>
                    </a:solidFill>
                  </a:tcPr>
                </a:tc>
                <a:tc>
                  <a:txBody>
                    <a:bodyPr/>
                    <a:p>
                      <a:pPr marL="9525" indent="0" algn="ctr" fontAlgn="ctr"/>
                      <a:r>
                        <a:rPr lang="en-US" altLang="zh-CN" sz="1325" b="1" i="0">
                          <a:solidFill>
                            <a:srgbClr val="000000"/>
                          </a:solidFill>
                          <a:latin typeface="微软雅黑" panose="020B0503020204020204" charset="-122"/>
                          <a:ea typeface="微软雅黑" panose="020B0503020204020204" charset="-122"/>
                        </a:rPr>
                        <a:t> </a:t>
                      </a:r>
                      <a:r>
                        <a:rPr lang="zh-CN" altLang="en-US" sz="1325" b="1" i="0">
                          <a:solidFill>
                            <a:srgbClr val="FF0000"/>
                          </a:solidFill>
                          <a:latin typeface="微软雅黑" panose="020B0503020204020204" charset="-122"/>
                          <a:ea typeface="微软雅黑" panose="020B0503020204020204" charset="-122"/>
                        </a:rPr>
                        <a:t>明火爆炒，</a:t>
                      </a:r>
                      <a:r>
                        <a:rPr lang="zh-CN" altLang="en-US" sz="1325" b="1" i="0">
                          <a:solidFill>
                            <a:srgbClr val="000000"/>
                          </a:solidFill>
                          <a:latin typeface="微软雅黑" panose="020B0503020204020204" charset="-122"/>
                          <a:ea typeface="微软雅黑" panose="020B0503020204020204" charset="-122"/>
                        </a:rPr>
                        <a:t>鲜香下饭！</a:t>
                      </a:r>
                      <a:endParaRPr lang="zh-CN" altLang="en-US" sz="1325" b="1" i="0">
                        <a:solidFill>
                          <a:srgbClr val="000000"/>
                        </a:solidFill>
                        <a:latin typeface="微软雅黑" panose="020B0503020204020204" charset="-122"/>
                        <a:ea typeface="微软雅黑" panose="020B0503020204020204" charset="-122"/>
                      </a:endParaRPr>
                    </a:p>
                  </a:txBody>
                  <a:tcPr marL="9298" marR="9298" marT="9298" marB="43196" anchor="ctr" anchorCtr="0">
                    <a:lnL w="6350" cap="flat" cmpd="sng">
                      <a:solidFill>
                        <a:srgbClr val="000000"/>
                      </a:solidFill>
                      <a:prstDash val="solid"/>
                      <a:headEnd type="none" w="med" len="med"/>
                      <a:tailEnd type="none" w="med" len="med"/>
                    </a:lnL>
                    <a:lnR w="19050">
                      <a:solidFill>
                        <a:schemeClr val="tx1"/>
                      </a:solidFill>
                      <a:prstDash val="soli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4">
                        <a:lumMod val="20000"/>
                        <a:lumOff val="80000"/>
                      </a:schemeClr>
                    </a:solidFill>
                  </a:tcPr>
                </a:tc>
                <a:tc>
                  <a:txBody>
                    <a:bodyPr/>
                    <a:p>
                      <a:pPr marL="9525" indent="0" algn="ctr" fontAlgn="ctr">
                        <a:buNone/>
                      </a:pPr>
                      <a:r>
                        <a:rPr lang="zh-CN" altLang="en-US" sz="1325" b="1" i="0">
                          <a:solidFill>
                            <a:srgbClr val="000000"/>
                          </a:solidFill>
                          <a:latin typeface="微软雅黑" panose="020B0503020204020204" charset="-122"/>
                          <a:ea typeface="微软雅黑" panose="020B0503020204020204" charset="-122"/>
                        </a:rPr>
                        <a:t>川式鲜辣更下饭</a:t>
                      </a:r>
                      <a:endParaRPr lang="zh-CN" altLang="en-US" sz="1325" b="1" i="0">
                        <a:solidFill>
                          <a:srgbClr val="000000"/>
                        </a:solidFill>
                        <a:latin typeface="微软雅黑" panose="020B0503020204020204" charset="-122"/>
                        <a:ea typeface="微软雅黑" panose="020B0503020204020204" charset="-122"/>
                      </a:endParaRPr>
                    </a:p>
                  </a:txBody>
                  <a:tcPr marL="9298" marR="9298" marT="9298" marB="43196" anchor="ctr" anchorCtr="0">
                    <a:lnL w="6350" cap="flat" cmpd="sng">
                      <a:solidFill>
                        <a:srgbClr val="000000"/>
                      </a:solidFill>
                      <a:prstDash val="solid"/>
                      <a:headEnd type="none" w="med" len="med"/>
                      <a:tailEnd type="none" w="med" len="med"/>
                    </a:lnL>
                    <a:lnR w="19050">
                      <a:solidFill>
                        <a:schemeClr val="tx1"/>
                      </a:solidFill>
                      <a:prstDash val="soli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4">
                        <a:lumMod val="20000"/>
                        <a:lumOff val="80000"/>
                      </a:schemeClr>
                    </a:solidFill>
                  </a:tcPr>
                </a:tc>
              </a:tr>
              <a:tr h="539115">
                <a:tc vMerge="1">
                  <a:tcPr>
                    <a:lnL w="19050">
                      <a:solidFill>
                        <a:schemeClr val="tx1"/>
                      </a:solidFill>
                      <a:prstDash val="soli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marL="9525" indent="0" algn="ctr" fontAlgn="ctr"/>
                      <a:r>
                        <a:rPr lang="zh-CN" sz="1325" b="1" i="0">
                          <a:solidFill>
                            <a:schemeClr val="bg1"/>
                          </a:solidFill>
                          <a:latin typeface="微软雅黑" panose="020B0503020204020204" charset="-122"/>
                          <a:ea typeface="微软雅黑" panose="020B0503020204020204" charset="-122"/>
                        </a:rPr>
                        <a:t>信任状</a:t>
                      </a:r>
                      <a:endParaRPr lang="zh-CN" sz="1325" b="1" i="0">
                        <a:solidFill>
                          <a:schemeClr val="bg1"/>
                        </a:solidFill>
                        <a:latin typeface="微软雅黑" panose="020B0503020204020204" charset="-122"/>
                        <a:ea typeface="微软雅黑" panose="020B0503020204020204" charset="-122"/>
                      </a:endParaRPr>
                    </a:p>
                  </a:txBody>
                  <a:tcPr marL="9298" marR="9298" marT="9298" marB="43196"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4"/>
                    </a:solidFill>
                  </a:tcPr>
                </a:tc>
                <a:tc>
                  <a:txBody>
                    <a:bodyPr/>
                    <a:p>
                      <a:pPr marL="9525" indent="0" algn="ctr" fontAlgn="ctr">
                        <a:lnSpc>
                          <a:spcPct val="120000"/>
                        </a:lnSpc>
                        <a:buNone/>
                      </a:pPr>
                      <a:r>
                        <a:rPr lang="zh-CN" altLang="en-US" sz="1325">
                          <a:solidFill>
                            <a:srgbClr val="000000"/>
                          </a:solidFill>
                          <a:latin typeface="微软雅黑" panose="020B0503020204020204" charset="-122"/>
                          <a:ea typeface="微软雅黑" panose="020B0503020204020204" charset="-122"/>
                          <a:sym typeface="+mn-ea"/>
                        </a:rPr>
                        <a:t>湖南老字号；</a:t>
                      </a:r>
                      <a:r>
                        <a:rPr lang="en-US" altLang="zh-CN" sz="1325">
                          <a:solidFill>
                            <a:srgbClr val="000000"/>
                          </a:solidFill>
                          <a:latin typeface="微软雅黑" panose="020B0503020204020204" charset="-122"/>
                          <a:ea typeface="微软雅黑" panose="020B0503020204020204" charset="-122"/>
                          <a:sym typeface="+mn-ea"/>
                        </a:rPr>
                        <a:t>   </a:t>
                      </a:r>
                      <a:r>
                        <a:rPr lang="zh-CN" altLang="en-US" sz="1325">
                          <a:solidFill>
                            <a:srgbClr val="000000"/>
                          </a:solidFill>
                          <a:latin typeface="微软雅黑" panose="020B0503020204020204" charset="-122"/>
                          <a:ea typeface="微软雅黑" panose="020B0503020204020204" charset="-122"/>
                          <a:sym typeface="+mn-ea"/>
                        </a:rPr>
                        <a:t>湘菜大师</a:t>
                      </a:r>
                      <a:r>
                        <a:rPr lang="en-US" altLang="zh-CN" sz="1325">
                          <a:solidFill>
                            <a:srgbClr val="000000"/>
                          </a:solidFill>
                          <a:latin typeface="微软雅黑" panose="020B0503020204020204" charset="-122"/>
                          <a:ea typeface="微软雅黑" panose="020B0503020204020204" charset="-122"/>
                          <a:sym typeface="+mn-ea"/>
                        </a:rPr>
                        <a:t> </a:t>
                      </a:r>
                      <a:r>
                        <a:rPr lang="zh-CN" altLang="en-US" sz="1325">
                          <a:solidFill>
                            <a:srgbClr val="000000"/>
                          </a:solidFill>
                          <a:latin typeface="微软雅黑" panose="020B0503020204020204" charset="-122"/>
                          <a:ea typeface="微软雅黑" panose="020B0503020204020204" charset="-122"/>
                          <a:sym typeface="+mn-ea"/>
                        </a:rPr>
                        <a:t>王墨泉</a:t>
                      </a:r>
                      <a:r>
                        <a:rPr lang="en-US" altLang="zh-CN" sz="1325">
                          <a:solidFill>
                            <a:srgbClr val="000000"/>
                          </a:solidFill>
                          <a:latin typeface="微软雅黑" panose="020B0503020204020204" charset="-122"/>
                          <a:ea typeface="微软雅黑" panose="020B0503020204020204" charset="-122"/>
                          <a:sym typeface="+mn-ea"/>
                        </a:rPr>
                        <a:t> </a:t>
                      </a:r>
                      <a:r>
                        <a:rPr lang="zh-CN" altLang="en-US" sz="1325">
                          <a:solidFill>
                            <a:srgbClr val="000000"/>
                          </a:solidFill>
                          <a:latin typeface="微软雅黑" panose="020B0503020204020204" charset="-122"/>
                          <a:ea typeface="微软雅黑" panose="020B0503020204020204" charset="-122"/>
                          <a:sym typeface="+mn-ea"/>
                        </a:rPr>
                        <a:t>监制（调制）</a:t>
                      </a:r>
                      <a:endParaRPr lang="zh-CN" altLang="en-US" sz="1325">
                        <a:solidFill>
                          <a:srgbClr val="000000"/>
                        </a:solidFill>
                        <a:latin typeface="微软雅黑" panose="020B0503020204020204" charset="-122"/>
                        <a:ea typeface="微软雅黑" panose="020B0503020204020204" charset="-122"/>
                        <a:sym typeface="+mn-ea"/>
                      </a:endParaRPr>
                    </a:p>
                    <a:p>
                      <a:pPr marL="9525" indent="0" algn="ctr" fontAlgn="ctr">
                        <a:lnSpc>
                          <a:spcPct val="120000"/>
                        </a:lnSpc>
                        <a:buNone/>
                      </a:pPr>
                      <a:r>
                        <a:rPr lang="zh-CN" altLang="en-US" sz="1325">
                          <a:solidFill>
                            <a:srgbClr val="000000"/>
                          </a:solidFill>
                          <a:latin typeface="微软雅黑" panose="020B0503020204020204" charset="-122"/>
                          <a:ea typeface="微软雅黑" panose="020B0503020204020204" charset="-122"/>
                          <a:sym typeface="+mn-ea"/>
                        </a:rPr>
                        <a:t>全国标准，辣度标识参与制定者</a:t>
                      </a:r>
                      <a:r>
                        <a:rPr lang="en-US" sz="1325">
                          <a:solidFill>
                            <a:srgbClr val="000000"/>
                          </a:solidFill>
                          <a:latin typeface="微软雅黑" panose="020B0503020204020204" charset="-122"/>
                          <a:ea typeface="微软雅黑" panose="020B0503020204020204" charset="-122"/>
                          <a:sym typeface="+mn-ea"/>
                        </a:rPr>
                        <a:t> </a:t>
                      </a:r>
                      <a:endParaRPr lang="en-US" sz="1325" b="0" i="0">
                        <a:solidFill>
                          <a:srgbClr val="000000"/>
                        </a:solidFill>
                        <a:latin typeface="微软雅黑" panose="020B0503020204020204" charset="-122"/>
                        <a:ea typeface="微软雅黑" panose="020B0503020204020204" charset="-122"/>
                      </a:endParaRPr>
                    </a:p>
                  </a:txBody>
                  <a:tcPr marL="9298" marR="9298" marT="9298" marB="43196" anchor="ctr" anchorCtr="0">
                    <a:lnL w="6350" cap="flat" cmpd="sng">
                      <a:solidFill>
                        <a:srgbClr val="000000"/>
                      </a:solidFill>
                      <a:prstDash val="solid"/>
                      <a:headEnd type="none" w="med" len="med"/>
                      <a:tailEnd type="none" w="med" len="med"/>
                    </a:lnL>
                    <a:lnR w="19050">
                      <a:solidFill>
                        <a:schemeClr val="tx1"/>
                      </a:solidFill>
                      <a:prstDash val="soli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4">
                        <a:lumMod val="20000"/>
                        <a:lumOff val="80000"/>
                      </a:schemeClr>
                    </a:solidFill>
                  </a:tcPr>
                </a:tc>
                <a:tc>
                  <a:txBody>
                    <a:bodyPr/>
                    <a:p>
                      <a:pPr marL="9525" indent="0" algn="ctr" fontAlgn="ctr">
                        <a:lnSpc>
                          <a:spcPct val="120000"/>
                        </a:lnSpc>
                        <a:buNone/>
                      </a:pPr>
                      <a:r>
                        <a:rPr lang="zh-CN" altLang="en-US" sz="1325" b="0" i="0">
                          <a:solidFill>
                            <a:srgbClr val="000000"/>
                          </a:solidFill>
                          <a:latin typeface="微软雅黑" panose="020B0503020204020204" charset="-122"/>
                          <a:ea typeface="微软雅黑" panose="020B0503020204020204" charset="-122"/>
                        </a:rPr>
                        <a:t>中国烧椒酱第一品牌</a:t>
                      </a:r>
                      <a:endParaRPr lang="zh-CN" altLang="en-US" sz="1325" b="0" i="0">
                        <a:solidFill>
                          <a:srgbClr val="000000"/>
                        </a:solidFill>
                        <a:latin typeface="微软雅黑" panose="020B0503020204020204" charset="-122"/>
                        <a:ea typeface="微软雅黑" panose="020B0503020204020204" charset="-122"/>
                      </a:endParaRPr>
                    </a:p>
                  </a:txBody>
                  <a:tcPr marL="9298" marR="9298" marT="9298" marB="43196" anchor="ctr" anchorCtr="0">
                    <a:lnL w="6350" cap="flat" cmpd="sng">
                      <a:solidFill>
                        <a:srgbClr val="000000"/>
                      </a:solidFill>
                      <a:prstDash val="solid"/>
                      <a:headEnd type="none" w="med" len="med"/>
                      <a:tailEnd type="none" w="med" len="med"/>
                    </a:lnL>
                    <a:lnR w="19050">
                      <a:solidFill>
                        <a:schemeClr val="tx1"/>
                      </a:solidFill>
                      <a:prstDash val="soli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4">
                        <a:lumMod val="20000"/>
                        <a:lumOff val="80000"/>
                      </a:schemeClr>
                    </a:solidFill>
                  </a:tcPr>
                </a:tc>
              </a:tr>
              <a:tr h="513715">
                <a:tc rowSpan="3">
                  <a:txBody>
                    <a:bodyPr/>
                    <a:p>
                      <a:pPr marL="9525" indent="0" algn="ctr" fontAlgn="ctr"/>
                      <a:r>
                        <a:rPr lang="zh-CN" sz="1325" b="0" i="0">
                          <a:solidFill>
                            <a:schemeClr val="bg1"/>
                          </a:solidFill>
                          <a:latin typeface="微软雅黑" panose="020B0503020204020204" charset="-122"/>
                          <a:ea typeface="微软雅黑" panose="020B0503020204020204" charset="-122"/>
                        </a:rPr>
                        <a:t>为什么就买他</a:t>
                      </a:r>
                      <a:endParaRPr lang="zh-CN" sz="1325" b="0" i="0">
                        <a:solidFill>
                          <a:schemeClr val="bg1"/>
                        </a:solidFill>
                        <a:latin typeface="微软雅黑" panose="020B0503020204020204" charset="-122"/>
                        <a:ea typeface="微软雅黑" panose="020B0503020204020204" charset="-122"/>
                      </a:endParaRPr>
                    </a:p>
                  </a:txBody>
                  <a:tcPr marL="9298" marR="9298" marT="9298" marB="43196" anchor="ctr" anchorCtr="0">
                    <a:lnL w="19050">
                      <a:solidFill>
                        <a:schemeClr val="tx1"/>
                      </a:solidFill>
                      <a:prstDash val="soli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0000"/>
                    </a:solidFill>
                  </a:tcPr>
                </a:tc>
                <a:tc>
                  <a:txBody>
                    <a:bodyPr/>
                    <a:p>
                      <a:pPr marL="9525" indent="0" algn="ctr" fontAlgn="ctr"/>
                      <a:r>
                        <a:rPr lang="zh-CN" sz="1325" b="1" i="0">
                          <a:solidFill>
                            <a:schemeClr val="bg1"/>
                          </a:solidFill>
                          <a:latin typeface="微软雅黑" panose="020B0503020204020204" charset="-122"/>
                          <a:ea typeface="微软雅黑" panose="020B0503020204020204" charset="-122"/>
                        </a:rPr>
                        <a:t>一级卖点</a:t>
                      </a:r>
                      <a:endParaRPr lang="zh-CN" sz="1325" b="1" i="0">
                        <a:solidFill>
                          <a:schemeClr val="bg1"/>
                        </a:solidFill>
                        <a:latin typeface="微软雅黑" panose="020B0503020204020204" charset="-122"/>
                        <a:ea typeface="微软雅黑" panose="020B0503020204020204" charset="-122"/>
                      </a:endParaRPr>
                    </a:p>
                  </a:txBody>
                  <a:tcPr marL="9298" marR="9298" marT="9298" marB="43196"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0000"/>
                    </a:solidFill>
                  </a:tcPr>
                </a:tc>
                <a:tc>
                  <a:txBody>
                    <a:bodyPr/>
                    <a:p>
                      <a:pPr marL="9525" indent="0" algn="ctr" fontAlgn="ctr"/>
                      <a:r>
                        <a:rPr lang="en-US" sz="1325">
                          <a:solidFill>
                            <a:srgbClr val="000000"/>
                          </a:solidFill>
                          <a:latin typeface="微软雅黑" panose="020B0503020204020204" charset="-122"/>
                          <a:ea typeface="微软雅黑" panose="020B0503020204020204" charset="-122"/>
                          <a:sym typeface="+mn-ea"/>
                        </a:rPr>
                        <a:t> </a:t>
                      </a:r>
                      <a:endParaRPr lang="en-US" sz="1325" b="0" i="0">
                        <a:solidFill>
                          <a:srgbClr val="000000"/>
                        </a:solidFill>
                        <a:latin typeface="微软雅黑" panose="020B0503020204020204" charset="-122"/>
                        <a:ea typeface="微软雅黑" panose="020B0503020204020204" charset="-122"/>
                      </a:endParaRPr>
                    </a:p>
                  </a:txBody>
                  <a:tcPr marL="9298" marR="9298" marT="9298" marB="43196" anchor="ctr" anchorCtr="0">
                    <a:lnL w="6350" cap="flat" cmpd="sng">
                      <a:solidFill>
                        <a:srgbClr val="000000"/>
                      </a:solidFill>
                      <a:prstDash val="solid"/>
                      <a:headEnd type="none" w="med" len="med"/>
                      <a:tailEnd type="none" w="med" len="med"/>
                    </a:lnL>
                    <a:lnR w="19050">
                      <a:solidFill>
                        <a:schemeClr val="tx1"/>
                      </a:solidFill>
                      <a:prstDash val="soli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6">
                        <a:lumMod val="20000"/>
                        <a:lumOff val="80000"/>
                      </a:schemeClr>
                    </a:solidFill>
                  </a:tcPr>
                </a:tc>
                <a:tc>
                  <a:txBody>
                    <a:bodyPr/>
                    <a:p>
                      <a:pPr marL="9525" indent="0" algn="ctr" fontAlgn="ctr">
                        <a:buNone/>
                      </a:pPr>
                      <a:r>
                        <a:rPr lang="en-US" altLang="en-US" sz="1135" b="0" i="0">
                          <a:solidFill>
                            <a:srgbClr val="000000"/>
                          </a:solidFill>
                          <a:latin typeface="微软雅黑" panose="020B0503020204020204" charset="-122"/>
                          <a:ea typeface="微软雅黑" panose="020B0503020204020204" charset="-122"/>
                        </a:rPr>
                        <a:t>≥25%</a:t>
                      </a:r>
                      <a:r>
                        <a:rPr lang="zh-CN" altLang="en-US" sz="1135" b="0" i="0">
                          <a:solidFill>
                            <a:srgbClr val="000000"/>
                          </a:solidFill>
                          <a:latin typeface="微软雅黑" panose="020B0503020204020204" charset="-122"/>
                          <a:ea typeface="微软雅黑" panose="020B0503020204020204" charset="-122"/>
                        </a:rPr>
                        <a:t>牛肉添加量</a:t>
                      </a:r>
                      <a:endParaRPr lang="zh-CN" altLang="en-US" sz="1135" b="0" i="0">
                        <a:solidFill>
                          <a:srgbClr val="000000"/>
                        </a:solidFill>
                        <a:latin typeface="微软雅黑" panose="020B0503020204020204" charset="-122"/>
                        <a:ea typeface="微软雅黑" panose="020B0503020204020204" charset="-122"/>
                      </a:endParaRPr>
                    </a:p>
                  </a:txBody>
                  <a:tcPr marL="9298" marR="9298" marT="9298" marB="43196" anchor="ctr" anchorCtr="0">
                    <a:lnL w="6350" cap="flat" cmpd="sng">
                      <a:solidFill>
                        <a:srgbClr val="000000"/>
                      </a:solidFill>
                      <a:prstDash val="solid"/>
                      <a:headEnd type="none" w="med" len="med"/>
                      <a:tailEnd type="none" w="med" len="med"/>
                    </a:lnL>
                    <a:lnR w="19050">
                      <a:solidFill>
                        <a:schemeClr val="tx1"/>
                      </a:solidFill>
                      <a:prstDash val="soli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6">
                        <a:lumMod val="20000"/>
                        <a:lumOff val="80000"/>
                      </a:schemeClr>
                    </a:solidFill>
                  </a:tcPr>
                </a:tc>
              </a:tr>
              <a:tr h="521970">
                <a:tc vMerge="1">
                  <a:tcPr>
                    <a:lnL w="19050">
                      <a:solidFill>
                        <a:schemeClr val="tx1"/>
                      </a:solidFill>
                      <a:prstDash val="solid"/>
                    </a:lnL>
                    <a:lnR w="6350" cap="flat" cmpd="sng">
                      <a:solidFill>
                        <a:srgbClr val="000000"/>
                      </a:solidFill>
                      <a:prstDash val="solid"/>
                      <a:headEnd type="none" w="med" len="med"/>
                      <a:tailEnd type="none" w="med" len="med"/>
                    </a:lnR>
                  </a:tcPr>
                </a:tc>
                <a:tc>
                  <a:txBody>
                    <a:bodyPr/>
                    <a:p>
                      <a:pPr marL="9525" indent="0" algn="ctr" fontAlgn="ctr"/>
                      <a:r>
                        <a:rPr lang="zh-CN" sz="1325" b="1" i="0">
                          <a:solidFill>
                            <a:schemeClr val="bg1"/>
                          </a:solidFill>
                          <a:latin typeface="微软雅黑" panose="020B0503020204020204" charset="-122"/>
                          <a:ea typeface="微软雅黑" panose="020B0503020204020204" charset="-122"/>
                        </a:rPr>
                        <a:t>二级卖点</a:t>
                      </a:r>
                      <a:endParaRPr lang="zh-CN" sz="1325" b="1" i="0">
                        <a:solidFill>
                          <a:schemeClr val="bg1"/>
                        </a:solidFill>
                        <a:latin typeface="微软雅黑" panose="020B0503020204020204" charset="-122"/>
                        <a:ea typeface="微软雅黑" panose="020B0503020204020204" charset="-122"/>
                      </a:endParaRPr>
                    </a:p>
                  </a:txBody>
                  <a:tcPr marL="9298" marR="9298" marT="9298" marB="43196"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0000"/>
                    </a:solidFill>
                  </a:tcPr>
                </a:tc>
                <a:tc>
                  <a:txBody>
                    <a:bodyPr/>
                    <a:p>
                      <a:pPr marL="9525" indent="0" algn="ctr" fontAlgn="ctr"/>
                      <a:r>
                        <a:rPr lang="en-US" altLang="zh-CN" sz="1325" b="0" i="0">
                          <a:solidFill>
                            <a:srgbClr val="000000"/>
                          </a:solidFill>
                          <a:latin typeface="微软雅黑" panose="020B0503020204020204" charset="-122"/>
                          <a:ea typeface="微软雅黑" panose="020B0503020204020204" charset="-122"/>
                          <a:sym typeface="+mn-ea"/>
                        </a:rPr>
                        <a:t> </a:t>
                      </a:r>
                      <a:endParaRPr lang="en-US" altLang="zh-CN" sz="1325" b="0" i="0">
                        <a:solidFill>
                          <a:srgbClr val="000000"/>
                        </a:solidFill>
                        <a:latin typeface="微软雅黑" panose="020B0503020204020204" charset="-122"/>
                        <a:ea typeface="微软雅黑" panose="020B0503020204020204" charset="-122"/>
                        <a:sym typeface="+mn-ea"/>
                      </a:endParaRPr>
                    </a:p>
                  </a:txBody>
                  <a:tcPr marL="9298" marR="9298" marT="9298" marB="43196" anchor="ctr" anchorCtr="0">
                    <a:lnL w="6350" cap="flat" cmpd="sng">
                      <a:solidFill>
                        <a:srgbClr val="000000"/>
                      </a:solidFill>
                      <a:prstDash val="solid"/>
                      <a:headEnd type="none" w="med" len="med"/>
                      <a:tailEnd type="none" w="med" len="med"/>
                    </a:lnL>
                    <a:lnR w="19050">
                      <a:solidFill>
                        <a:schemeClr val="tx1"/>
                      </a:solidFill>
                      <a:prstDash val="soli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6">
                        <a:lumMod val="20000"/>
                        <a:lumOff val="80000"/>
                      </a:schemeClr>
                    </a:solidFill>
                  </a:tcPr>
                </a:tc>
                <a:tc>
                  <a:txBody>
                    <a:bodyPr/>
                    <a:p>
                      <a:pPr marL="9525" indent="0" algn="ctr" fontAlgn="ctr">
                        <a:buNone/>
                      </a:pPr>
                      <a:r>
                        <a:rPr lang="zh-CN" altLang="en-US" sz="1135" b="0" i="0">
                          <a:solidFill>
                            <a:srgbClr val="000000"/>
                          </a:solidFill>
                          <a:latin typeface="微软雅黑" panose="020B0503020204020204" charset="-122"/>
                          <a:ea typeface="微软雅黑" panose="020B0503020204020204" charset="-122"/>
                          <a:sym typeface="+mn-ea"/>
                        </a:rPr>
                        <a:t>严选牛米龙肉；</a:t>
                      </a:r>
                      <a:r>
                        <a:rPr lang="en-US" altLang="zh-CN" sz="1135" b="0" i="0">
                          <a:solidFill>
                            <a:srgbClr val="000000"/>
                          </a:solidFill>
                          <a:latin typeface="微软雅黑" panose="020B0503020204020204" charset="-122"/>
                          <a:ea typeface="微软雅黑" panose="020B0503020204020204" charset="-122"/>
                          <a:sym typeface="+mn-ea"/>
                        </a:rPr>
                        <a:t>  </a:t>
                      </a:r>
                      <a:r>
                        <a:rPr lang="zh-CN" altLang="en-US" sz="1135" b="0" i="0">
                          <a:solidFill>
                            <a:srgbClr val="000000"/>
                          </a:solidFill>
                          <a:latin typeface="微软雅黑" panose="020B0503020204020204" charset="-122"/>
                          <a:ea typeface="微软雅黑" panose="020B0503020204020204" charset="-122"/>
                          <a:sym typeface="+mn-ea"/>
                        </a:rPr>
                        <a:t>新鲜青红双椒；</a:t>
                      </a:r>
                      <a:endParaRPr lang="zh-CN" altLang="en-US" sz="1135" b="0" i="0">
                        <a:solidFill>
                          <a:srgbClr val="000000"/>
                        </a:solidFill>
                        <a:latin typeface="微软雅黑" panose="020B0503020204020204" charset="-122"/>
                        <a:ea typeface="微软雅黑" panose="020B0503020204020204" charset="-122"/>
                        <a:sym typeface="+mn-ea"/>
                      </a:endParaRPr>
                    </a:p>
                  </a:txBody>
                  <a:tcPr marL="9298" marR="9298" marT="9298" marB="43196" anchor="ctr" anchorCtr="0">
                    <a:lnL w="6350" cap="flat" cmpd="sng">
                      <a:solidFill>
                        <a:srgbClr val="000000"/>
                      </a:solidFill>
                      <a:prstDash val="solid"/>
                      <a:headEnd type="none" w="med" len="med"/>
                      <a:tailEnd type="none" w="med" len="med"/>
                    </a:lnL>
                    <a:lnR w="19050">
                      <a:solidFill>
                        <a:schemeClr val="tx1"/>
                      </a:solidFill>
                      <a:prstDash val="soli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6">
                        <a:lumMod val="20000"/>
                        <a:lumOff val="80000"/>
                      </a:schemeClr>
                    </a:solidFill>
                  </a:tcPr>
                </a:tc>
              </a:tr>
              <a:tr h="454660">
                <a:tc vMerge="1">
                  <a:tcPr>
                    <a:lnL w="19050">
                      <a:solidFill>
                        <a:schemeClr val="tx1"/>
                      </a:solidFill>
                      <a:prstDash val="soli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marL="9525" indent="0" algn="ctr" fontAlgn="ctr"/>
                      <a:r>
                        <a:rPr lang="zh-CN" sz="1325" b="1" i="0">
                          <a:solidFill>
                            <a:schemeClr val="bg1"/>
                          </a:solidFill>
                          <a:latin typeface="微软雅黑" panose="020B0503020204020204" charset="-122"/>
                          <a:ea typeface="微软雅黑" panose="020B0503020204020204" charset="-122"/>
                        </a:rPr>
                        <a:t>其他卖点</a:t>
                      </a:r>
                      <a:endParaRPr lang="zh-CN" sz="1325" b="1" i="0">
                        <a:solidFill>
                          <a:schemeClr val="bg1"/>
                        </a:solidFill>
                        <a:latin typeface="微软雅黑" panose="020B0503020204020204" charset="-122"/>
                        <a:ea typeface="微软雅黑" panose="020B0503020204020204" charset="-122"/>
                      </a:endParaRPr>
                    </a:p>
                  </a:txBody>
                  <a:tcPr marL="9298" marR="9298" marT="9298" marB="43196"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0000"/>
                    </a:solidFill>
                  </a:tcPr>
                </a:tc>
                <a:tc>
                  <a:txBody>
                    <a:bodyPr/>
                    <a:p>
                      <a:pPr marL="9525" indent="0" algn="ctr" fontAlgn="ctr"/>
                      <a:r>
                        <a:rPr lang="en-US" sz="1325">
                          <a:solidFill>
                            <a:srgbClr val="000000"/>
                          </a:solidFill>
                          <a:latin typeface="微软雅黑" panose="020B0503020204020204" charset="-122"/>
                          <a:ea typeface="微软雅黑" panose="020B0503020204020204" charset="-122"/>
                          <a:sym typeface="+mn-ea"/>
                        </a:rPr>
                        <a:t>    </a:t>
                      </a:r>
                      <a:r>
                        <a:rPr lang="en-US" altLang="zh-CN" sz="1325">
                          <a:solidFill>
                            <a:srgbClr val="000000"/>
                          </a:solidFill>
                          <a:latin typeface="微软雅黑" panose="020B0503020204020204" charset="-122"/>
                          <a:ea typeface="微软雅黑" panose="020B0503020204020204" charset="-122"/>
                          <a:sym typeface="+mn-ea"/>
                        </a:rPr>
                        <a:t> </a:t>
                      </a:r>
                      <a:r>
                        <a:rPr lang="en-US" sz="1325">
                          <a:solidFill>
                            <a:srgbClr val="000000"/>
                          </a:solidFill>
                          <a:latin typeface="微软雅黑" panose="020B0503020204020204" charset="-122"/>
                          <a:ea typeface="微软雅黑" panose="020B0503020204020204" charset="-122"/>
                          <a:sym typeface="+mn-ea"/>
                        </a:rPr>
                        <a:t> </a:t>
                      </a:r>
                      <a:endParaRPr lang="en-US" sz="1325" b="0" i="0">
                        <a:solidFill>
                          <a:srgbClr val="000000"/>
                        </a:solidFill>
                        <a:latin typeface="微软雅黑" panose="020B0503020204020204" charset="-122"/>
                        <a:ea typeface="微软雅黑" panose="020B0503020204020204" charset="-122"/>
                        <a:sym typeface="+mn-ea"/>
                      </a:endParaRPr>
                    </a:p>
                  </a:txBody>
                  <a:tcPr marL="9298" marR="9298" marT="9298" marB="43196" anchor="ctr" anchorCtr="0">
                    <a:lnL w="6350" cap="flat" cmpd="sng">
                      <a:solidFill>
                        <a:srgbClr val="000000"/>
                      </a:solidFill>
                      <a:prstDash val="solid"/>
                      <a:headEnd type="none" w="med" len="med"/>
                      <a:tailEnd type="none" w="med" len="med"/>
                    </a:lnL>
                    <a:lnR w="19050">
                      <a:solidFill>
                        <a:schemeClr val="tx1"/>
                      </a:solidFill>
                      <a:prstDash val="soli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6">
                        <a:lumMod val="20000"/>
                        <a:lumOff val="80000"/>
                      </a:schemeClr>
                    </a:solidFill>
                  </a:tcPr>
                </a:tc>
                <a:tc>
                  <a:txBody>
                    <a:bodyPr/>
                    <a:p>
                      <a:pPr marL="9525" indent="0" algn="ctr" fontAlgn="ctr">
                        <a:buNone/>
                      </a:pPr>
                      <a:r>
                        <a:rPr lang="zh-CN" altLang="en-US" sz="1135">
                          <a:solidFill>
                            <a:srgbClr val="000000"/>
                          </a:solidFill>
                          <a:latin typeface="微软雅黑" panose="020B0503020204020204" charset="-122"/>
                          <a:ea typeface="微软雅黑" panose="020B0503020204020204" charset="-122"/>
                          <a:sym typeface="+mn-ea"/>
                        </a:rPr>
                        <a:t>高汤增鲜；</a:t>
                      </a:r>
                      <a:r>
                        <a:rPr lang="en-US" altLang="zh-CN" sz="1135">
                          <a:solidFill>
                            <a:srgbClr val="000000"/>
                          </a:solidFill>
                          <a:latin typeface="微软雅黑" panose="020B0503020204020204" charset="-122"/>
                          <a:ea typeface="微软雅黑" panose="020B0503020204020204" charset="-122"/>
                          <a:sym typeface="+mn-ea"/>
                        </a:rPr>
                        <a:t>   0</a:t>
                      </a:r>
                      <a:r>
                        <a:rPr lang="zh-CN" altLang="en-US" sz="1135">
                          <a:solidFill>
                            <a:srgbClr val="000000"/>
                          </a:solidFill>
                          <a:latin typeface="微软雅黑" panose="020B0503020204020204" charset="-122"/>
                          <a:ea typeface="微软雅黑" panose="020B0503020204020204" charset="-122"/>
                          <a:sym typeface="+mn-ea"/>
                        </a:rPr>
                        <a:t>防腐剂、色素；</a:t>
                      </a:r>
                      <a:endParaRPr lang="zh-CN" altLang="en-US" sz="1135" b="0" i="0">
                        <a:solidFill>
                          <a:srgbClr val="000000"/>
                        </a:solidFill>
                        <a:latin typeface="微软雅黑" panose="020B0503020204020204" charset="-122"/>
                        <a:ea typeface="微软雅黑" panose="020B0503020204020204" charset="-122"/>
                        <a:sym typeface="+mn-ea"/>
                      </a:endParaRPr>
                    </a:p>
                  </a:txBody>
                  <a:tcPr marL="9298" marR="9298" marT="9298" marB="43196" anchor="ctr" anchorCtr="0">
                    <a:lnL w="6350" cap="flat" cmpd="sng">
                      <a:solidFill>
                        <a:srgbClr val="000000"/>
                      </a:solidFill>
                      <a:prstDash val="solid"/>
                      <a:headEnd type="none" w="med" len="med"/>
                      <a:tailEnd type="none" w="med" len="med"/>
                    </a:lnL>
                    <a:lnR w="19050">
                      <a:solidFill>
                        <a:schemeClr val="tx1"/>
                      </a:solidFill>
                      <a:prstDash val="soli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6">
                        <a:lumMod val="20000"/>
                        <a:lumOff val="80000"/>
                      </a:schemeClr>
                    </a:solidFill>
                  </a:tcPr>
                </a:tc>
              </a:tr>
              <a:tr h="305435">
                <a:tc rowSpan="4">
                  <a:txBody>
                    <a:bodyPr/>
                    <a:p>
                      <a:pPr marL="9525" indent="0" algn="ctr" fontAlgn="ctr"/>
                      <a:r>
                        <a:rPr lang="zh-CN" sz="1325" b="0" i="0">
                          <a:solidFill>
                            <a:schemeClr val="bg1"/>
                          </a:solidFill>
                          <a:latin typeface="微软雅黑" panose="020B0503020204020204" charset="-122"/>
                          <a:ea typeface="微软雅黑" panose="020B0503020204020204" charset="-122"/>
                        </a:rPr>
                        <a:t>划不划算</a:t>
                      </a:r>
                      <a:endParaRPr lang="zh-CN" sz="1325" b="0" i="0">
                        <a:solidFill>
                          <a:schemeClr val="bg1"/>
                        </a:solidFill>
                        <a:latin typeface="微软雅黑" panose="020B0503020204020204" charset="-122"/>
                        <a:ea typeface="微软雅黑" panose="020B0503020204020204" charset="-122"/>
                      </a:endParaRPr>
                    </a:p>
                  </a:txBody>
                  <a:tcPr marL="9298" marR="9298" marT="9298" marB="43196" anchor="ctr" anchorCtr="0">
                    <a:lnL w="19050">
                      <a:solidFill>
                        <a:schemeClr val="tx1"/>
                      </a:solidFill>
                      <a:prstDash val="soli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5"/>
                    </a:solidFill>
                  </a:tcPr>
                </a:tc>
                <a:tc>
                  <a:txBody>
                    <a:bodyPr/>
                    <a:p>
                      <a:pPr marL="9525" indent="0" algn="ctr" fontAlgn="ctr"/>
                      <a:r>
                        <a:rPr lang="zh-CN" sz="1325" b="1" i="0">
                          <a:solidFill>
                            <a:schemeClr val="bg1"/>
                          </a:solidFill>
                          <a:latin typeface="微软雅黑" panose="020B0503020204020204" charset="-122"/>
                          <a:ea typeface="微软雅黑" panose="020B0503020204020204" charset="-122"/>
                        </a:rPr>
                        <a:t>规格</a:t>
                      </a:r>
                      <a:endParaRPr lang="zh-CN" sz="1325" b="1" i="0">
                        <a:solidFill>
                          <a:schemeClr val="bg1"/>
                        </a:solidFill>
                        <a:latin typeface="微软雅黑" panose="020B0503020204020204" charset="-122"/>
                        <a:ea typeface="微软雅黑" panose="020B0503020204020204" charset="-122"/>
                      </a:endParaRPr>
                    </a:p>
                  </a:txBody>
                  <a:tcPr marL="9298" marR="9298" marT="9298" marB="43196"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5"/>
                    </a:solidFill>
                  </a:tcPr>
                </a:tc>
                <a:tc>
                  <a:txBody>
                    <a:bodyPr/>
                    <a:p>
                      <a:pPr marL="9525" indent="0" algn="ctr" fontAlgn="ctr"/>
                      <a:r>
                        <a:rPr lang="en-US" sz="1325" b="0" i="0">
                          <a:solidFill>
                            <a:srgbClr val="000000"/>
                          </a:solidFill>
                          <a:latin typeface="微软雅黑" panose="020B0503020204020204" charset="-122"/>
                          <a:ea typeface="微软雅黑" panose="020B0503020204020204" charset="-122"/>
                        </a:rPr>
                        <a:t>200</a:t>
                      </a:r>
                      <a:r>
                        <a:rPr lang="zh-CN" altLang="en-US" sz="1325" b="0" i="0">
                          <a:solidFill>
                            <a:srgbClr val="000000"/>
                          </a:solidFill>
                          <a:latin typeface="微软雅黑" panose="020B0503020204020204" charset="-122"/>
                          <a:ea typeface="微软雅黑" panose="020B0503020204020204" charset="-122"/>
                        </a:rPr>
                        <a:t>克</a:t>
                      </a:r>
                      <a:endParaRPr lang="zh-CN" altLang="en-US" sz="1325" b="0" i="0">
                        <a:solidFill>
                          <a:srgbClr val="000000"/>
                        </a:solidFill>
                        <a:latin typeface="微软雅黑" panose="020B0503020204020204" charset="-122"/>
                        <a:ea typeface="微软雅黑" panose="020B0503020204020204" charset="-122"/>
                      </a:endParaRPr>
                    </a:p>
                  </a:txBody>
                  <a:tcPr marL="9298" marR="9298" marT="9298" marB="43196" anchor="ctr" anchorCtr="0">
                    <a:lnL w="6350" cap="flat" cmpd="sng">
                      <a:solidFill>
                        <a:srgbClr val="000000"/>
                      </a:solidFill>
                      <a:prstDash val="solid"/>
                      <a:headEnd type="none" w="med" len="med"/>
                      <a:tailEnd type="none" w="med" len="med"/>
                    </a:lnL>
                    <a:lnR w="19050">
                      <a:solidFill>
                        <a:schemeClr val="tx1"/>
                      </a:solidFill>
                      <a:prstDash val="soli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5">
                        <a:lumMod val="20000"/>
                        <a:lumOff val="80000"/>
                      </a:schemeClr>
                    </a:solidFill>
                  </a:tcPr>
                </a:tc>
                <a:tc>
                  <a:txBody>
                    <a:bodyPr/>
                    <a:p>
                      <a:pPr marL="9525" indent="0" algn="ctr" fontAlgn="ctr">
                        <a:buNone/>
                      </a:pPr>
                      <a:r>
                        <a:rPr lang="en-US" sz="1325">
                          <a:solidFill>
                            <a:srgbClr val="000000"/>
                          </a:solidFill>
                          <a:latin typeface="微软雅黑" panose="020B0503020204020204" charset="-122"/>
                          <a:ea typeface="微软雅黑" panose="020B0503020204020204" charset="-122"/>
                          <a:sym typeface="+mn-ea"/>
                        </a:rPr>
                        <a:t>200</a:t>
                      </a:r>
                      <a:r>
                        <a:rPr lang="zh-CN" altLang="en-US" sz="1325">
                          <a:solidFill>
                            <a:srgbClr val="000000"/>
                          </a:solidFill>
                          <a:latin typeface="微软雅黑" panose="020B0503020204020204" charset="-122"/>
                          <a:ea typeface="微软雅黑" panose="020B0503020204020204" charset="-122"/>
                          <a:sym typeface="+mn-ea"/>
                        </a:rPr>
                        <a:t>克</a:t>
                      </a:r>
                      <a:endParaRPr lang="zh-CN" altLang="en-US" sz="1325" b="0" i="0">
                        <a:solidFill>
                          <a:srgbClr val="000000"/>
                        </a:solidFill>
                        <a:latin typeface="微软雅黑" panose="020B0503020204020204" charset="-122"/>
                        <a:ea typeface="微软雅黑" panose="020B0503020204020204" charset="-122"/>
                      </a:endParaRPr>
                    </a:p>
                  </a:txBody>
                  <a:tcPr marL="9298" marR="9298" marT="9298" marB="43196" anchor="ctr" anchorCtr="0">
                    <a:lnL w="6350" cap="flat" cmpd="sng">
                      <a:solidFill>
                        <a:srgbClr val="000000"/>
                      </a:solidFill>
                      <a:prstDash val="solid"/>
                      <a:headEnd type="none" w="med" len="med"/>
                      <a:tailEnd type="none" w="med" len="med"/>
                    </a:lnL>
                    <a:lnR w="19050">
                      <a:solidFill>
                        <a:schemeClr val="tx1"/>
                      </a:solidFill>
                      <a:prstDash val="soli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5">
                        <a:lumMod val="20000"/>
                        <a:lumOff val="80000"/>
                      </a:schemeClr>
                    </a:solidFill>
                  </a:tcPr>
                </a:tc>
              </a:tr>
              <a:tr h="315595">
                <a:tc vMerge="1">
                  <a:tcPr>
                    <a:lnL w="19050">
                      <a:solidFill>
                        <a:schemeClr val="tx1"/>
                      </a:solidFill>
                      <a:prstDash val="solid"/>
                    </a:lnL>
                    <a:lnR w="6350" cap="flat" cmpd="sng">
                      <a:solidFill>
                        <a:srgbClr val="000000"/>
                      </a:solidFill>
                      <a:prstDash val="solid"/>
                      <a:headEnd type="none" w="med" len="med"/>
                      <a:tailEnd type="none" w="med" len="med"/>
                    </a:lnR>
                  </a:tcPr>
                </a:tc>
                <a:tc>
                  <a:txBody>
                    <a:bodyPr/>
                    <a:p>
                      <a:pPr marL="9525" indent="0" algn="ctr" fontAlgn="ctr"/>
                      <a:r>
                        <a:rPr lang="zh-CN" sz="1325" b="1" i="0">
                          <a:solidFill>
                            <a:schemeClr val="bg1"/>
                          </a:solidFill>
                          <a:latin typeface="微软雅黑" panose="020B0503020204020204" charset="-122"/>
                          <a:ea typeface="微软雅黑" panose="020B0503020204020204" charset="-122"/>
                        </a:rPr>
                        <a:t>零售价</a:t>
                      </a:r>
                      <a:endParaRPr lang="zh-CN" sz="1325" b="1" i="0">
                        <a:solidFill>
                          <a:schemeClr val="bg1"/>
                        </a:solidFill>
                        <a:latin typeface="微软雅黑" panose="020B0503020204020204" charset="-122"/>
                        <a:ea typeface="微软雅黑" panose="020B0503020204020204" charset="-122"/>
                      </a:endParaRPr>
                    </a:p>
                  </a:txBody>
                  <a:tcPr marL="9298" marR="9298" marT="9298" marB="43196"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5"/>
                    </a:solidFill>
                  </a:tcPr>
                </a:tc>
                <a:tc>
                  <a:txBody>
                    <a:bodyPr/>
                    <a:p>
                      <a:pPr marL="9525" indent="0" algn="ctr" fontAlgn="ctr"/>
                      <a:r>
                        <a:rPr lang="en-US" sz="1325" b="0" i="0">
                          <a:solidFill>
                            <a:srgbClr val="000000"/>
                          </a:solidFill>
                          <a:latin typeface="微软雅黑" panose="020B0503020204020204" charset="-122"/>
                          <a:ea typeface="微软雅黑" panose="020B0503020204020204" charset="-122"/>
                        </a:rPr>
                        <a:t>18.8-16.8</a:t>
                      </a:r>
                      <a:r>
                        <a:rPr lang="zh-CN" altLang="en-US" sz="1325" b="0" i="0">
                          <a:solidFill>
                            <a:srgbClr val="000000"/>
                          </a:solidFill>
                          <a:latin typeface="微软雅黑" panose="020B0503020204020204" charset="-122"/>
                          <a:ea typeface="微软雅黑" panose="020B0503020204020204" charset="-122"/>
                        </a:rPr>
                        <a:t>元</a:t>
                      </a:r>
                      <a:endParaRPr lang="zh-CN" altLang="en-US" sz="1325" b="0" i="0">
                        <a:solidFill>
                          <a:srgbClr val="000000"/>
                        </a:solidFill>
                        <a:latin typeface="微软雅黑" panose="020B0503020204020204" charset="-122"/>
                        <a:ea typeface="微软雅黑" panose="020B0503020204020204" charset="-122"/>
                      </a:endParaRPr>
                    </a:p>
                  </a:txBody>
                  <a:tcPr marL="9298" marR="9298" marT="9298" marB="43196" anchor="ctr" anchorCtr="0">
                    <a:lnL w="6350" cap="flat" cmpd="sng">
                      <a:solidFill>
                        <a:srgbClr val="000000"/>
                      </a:solidFill>
                      <a:prstDash val="solid"/>
                      <a:headEnd type="none" w="med" len="med"/>
                      <a:tailEnd type="none" w="med" len="med"/>
                    </a:lnL>
                    <a:lnR w="19050">
                      <a:solidFill>
                        <a:schemeClr val="tx1"/>
                      </a:solidFill>
                      <a:prstDash val="soli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5">
                        <a:lumMod val="20000"/>
                        <a:lumOff val="80000"/>
                      </a:schemeClr>
                    </a:solidFill>
                  </a:tcPr>
                </a:tc>
                <a:tc>
                  <a:txBody>
                    <a:bodyPr/>
                    <a:p>
                      <a:pPr marL="9525" indent="0" algn="ctr" fontAlgn="ctr">
                        <a:buNone/>
                      </a:pPr>
                      <a:r>
                        <a:rPr lang="en-US" sz="1325">
                          <a:solidFill>
                            <a:srgbClr val="000000"/>
                          </a:solidFill>
                          <a:latin typeface="微软雅黑" panose="020B0503020204020204" charset="-122"/>
                          <a:ea typeface="微软雅黑" panose="020B0503020204020204" charset="-122"/>
                          <a:sym typeface="+mn-ea"/>
                        </a:rPr>
                        <a:t>19.8-17.82</a:t>
                      </a:r>
                      <a:r>
                        <a:rPr lang="zh-CN" altLang="en-US" sz="1325">
                          <a:solidFill>
                            <a:srgbClr val="000000"/>
                          </a:solidFill>
                          <a:latin typeface="微软雅黑" panose="020B0503020204020204" charset="-122"/>
                          <a:ea typeface="微软雅黑" panose="020B0503020204020204" charset="-122"/>
                          <a:sym typeface="+mn-ea"/>
                        </a:rPr>
                        <a:t>元</a:t>
                      </a:r>
                      <a:endParaRPr lang="zh-CN" altLang="en-US" sz="1325" b="0" i="0">
                        <a:solidFill>
                          <a:srgbClr val="000000"/>
                        </a:solidFill>
                        <a:latin typeface="微软雅黑" panose="020B0503020204020204" charset="-122"/>
                        <a:ea typeface="微软雅黑" panose="020B0503020204020204" charset="-122"/>
                      </a:endParaRPr>
                    </a:p>
                  </a:txBody>
                  <a:tcPr marL="9298" marR="9298" marT="9298" marB="43196" anchor="ctr" anchorCtr="0">
                    <a:lnL w="6350" cap="flat" cmpd="sng">
                      <a:solidFill>
                        <a:srgbClr val="000000"/>
                      </a:solidFill>
                      <a:prstDash val="solid"/>
                      <a:headEnd type="none" w="med" len="med"/>
                      <a:tailEnd type="none" w="med" len="med"/>
                    </a:lnL>
                    <a:lnR w="19050">
                      <a:solidFill>
                        <a:schemeClr val="tx1"/>
                      </a:solidFill>
                      <a:prstDash val="soli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5">
                        <a:lumMod val="20000"/>
                        <a:lumOff val="80000"/>
                      </a:schemeClr>
                    </a:solidFill>
                  </a:tcPr>
                </a:tc>
              </a:tr>
              <a:tr h="303530">
                <a:tc vMerge="1">
                  <a:tcPr/>
                </a:tc>
                <a:tc>
                  <a:txBody>
                    <a:bodyPr/>
                    <a:p>
                      <a:pPr marL="9525" indent="0" algn="ctr" fontAlgn="ctr">
                        <a:buNone/>
                      </a:pPr>
                      <a:r>
                        <a:rPr lang="en-US" altLang="zh-CN" sz="1325" b="1" i="0">
                          <a:solidFill>
                            <a:schemeClr val="bg1"/>
                          </a:solidFill>
                          <a:latin typeface="微软雅黑" panose="020B0503020204020204" charset="-122"/>
                          <a:ea typeface="微软雅黑" panose="020B0503020204020204" charset="-122"/>
                        </a:rPr>
                        <a:t>C</a:t>
                      </a:r>
                      <a:r>
                        <a:rPr lang="zh-CN" altLang="en-US" sz="1325" b="1" i="0">
                          <a:solidFill>
                            <a:schemeClr val="bg1"/>
                          </a:solidFill>
                          <a:latin typeface="微软雅黑" panose="020B0503020204020204" charset="-122"/>
                          <a:ea typeface="微软雅黑" panose="020B0503020204020204" charset="-122"/>
                        </a:rPr>
                        <a:t>端促销</a:t>
                      </a:r>
                      <a:endParaRPr lang="zh-CN" altLang="en-US" sz="1325" b="1" i="0">
                        <a:solidFill>
                          <a:schemeClr val="bg1"/>
                        </a:solidFill>
                        <a:latin typeface="微软雅黑" panose="020B0503020204020204" charset="-122"/>
                        <a:ea typeface="微软雅黑" panose="020B0503020204020204" charset="-122"/>
                      </a:endParaRPr>
                    </a:p>
                  </a:txBody>
                  <a:tcPr marL="9298" marR="9298" marT="9298" marB="43196"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5"/>
                    </a:solidFill>
                  </a:tcPr>
                </a:tc>
                <a:tc>
                  <a:txBody>
                    <a:bodyPr/>
                    <a:p>
                      <a:pPr marL="9525" indent="0" algn="ctr" fontAlgn="ctr">
                        <a:buNone/>
                      </a:pPr>
                      <a:r>
                        <a:rPr lang="en-US" altLang="zh-CN" sz="1325" b="0" i="0">
                          <a:solidFill>
                            <a:srgbClr val="000000"/>
                          </a:solidFill>
                          <a:latin typeface="微软雅黑" panose="020B0503020204020204" charset="-122"/>
                          <a:ea typeface="微软雅黑" panose="020B0503020204020204" charset="-122"/>
                        </a:rPr>
                        <a:t>XX</a:t>
                      </a:r>
                      <a:r>
                        <a:rPr lang="zh-CN" altLang="en-US" sz="1325" b="0" i="0">
                          <a:solidFill>
                            <a:srgbClr val="000000"/>
                          </a:solidFill>
                          <a:latin typeface="微软雅黑" panose="020B0503020204020204" charset="-122"/>
                          <a:ea typeface="微软雅黑" panose="020B0503020204020204" charset="-122"/>
                        </a:rPr>
                        <a:t>？</a:t>
                      </a:r>
                      <a:endParaRPr lang="zh-CN" altLang="en-US" sz="1325" b="0" i="0">
                        <a:solidFill>
                          <a:srgbClr val="000000"/>
                        </a:solidFill>
                        <a:latin typeface="微软雅黑" panose="020B0503020204020204" charset="-122"/>
                        <a:ea typeface="微软雅黑" panose="020B0503020204020204" charset="-122"/>
                      </a:endParaRPr>
                    </a:p>
                  </a:txBody>
                  <a:tcPr marL="9298" marR="9298" marT="9298" marB="43196" anchor="ctr" anchorCtr="0">
                    <a:lnL w="6350" cap="flat" cmpd="sng">
                      <a:solidFill>
                        <a:srgbClr val="000000"/>
                      </a:solidFill>
                      <a:prstDash val="solid"/>
                      <a:headEnd type="none" w="med" len="med"/>
                      <a:tailEnd type="none" w="med" len="med"/>
                    </a:lnL>
                    <a:lnR w="19050">
                      <a:solidFill>
                        <a:schemeClr val="tx1"/>
                      </a:solidFill>
                      <a:prstDash val="soli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5">
                        <a:lumMod val="20000"/>
                        <a:lumOff val="80000"/>
                      </a:schemeClr>
                    </a:solidFill>
                  </a:tcPr>
                </a:tc>
                <a:tc>
                  <a:txBody>
                    <a:bodyPr/>
                    <a:p>
                      <a:pPr marL="9525" indent="0" algn="ctr" fontAlgn="ctr">
                        <a:buNone/>
                      </a:pPr>
                      <a:endParaRPr lang="zh-CN" altLang="en-US" sz="1325" b="0" i="0">
                        <a:solidFill>
                          <a:srgbClr val="000000"/>
                        </a:solidFill>
                        <a:latin typeface="微软雅黑" panose="020B0503020204020204" charset="-122"/>
                        <a:ea typeface="微软雅黑" panose="020B0503020204020204" charset="-122"/>
                      </a:endParaRPr>
                    </a:p>
                  </a:txBody>
                  <a:tcPr marL="9298" marR="9298" marT="9298" marB="43196" anchor="ctr" anchorCtr="0">
                    <a:lnL w="6350" cap="flat" cmpd="sng">
                      <a:solidFill>
                        <a:srgbClr val="000000"/>
                      </a:solidFill>
                      <a:prstDash val="solid"/>
                      <a:headEnd type="none" w="med" len="med"/>
                      <a:tailEnd type="none" w="med" len="med"/>
                    </a:lnL>
                    <a:lnR w="19050">
                      <a:solidFill>
                        <a:schemeClr val="tx1"/>
                      </a:solidFill>
                      <a:prstDash val="soli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5">
                        <a:lumMod val="20000"/>
                        <a:lumOff val="80000"/>
                      </a:schemeClr>
                    </a:solidFill>
                  </a:tcPr>
                </a:tc>
              </a:tr>
              <a:tr h="304165">
                <a:tc vMerge="1">
                  <a:tcPr>
                    <a:lnL w="19050">
                      <a:solidFill>
                        <a:schemeClr val="tx1"/>
                      </a:solidFill>
                      <a:prstDash val="soli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marL="9525" indent="0" algn="ctr" fontAlgn="ctr"/>
                      <a:r>
                        <a:rPr lang="zh-CN" sz="1325" b="1" i="0">
                          <a:solidFill>
                            <a:schemeClr val="bg1"/>
                          </a:solidFill>
                          <a:latin typeface="微软雅黑" panose="020B0503020204020204" charset="-122"/>
                          <a:ea typeface="微软雅黑" panose="020B0503020204020204" charset="-122"/>
                        </a:rPr>
                        <a:t>到手价</a:t>
                      </a:r>
                      <a:endParaRPr lang="zh-CN" sz="1325" b="1" i="0">
                        <a:solidFill>
                          <a:schemeClr val="bg1"/>
                        </a:solidFill>
                        <a:latin typeface="微软雅黑" panose="020B0503020204020204" charset="-122"/>
                        <a:ea typeface="微软雅黑" panose="020B0503020204020204" charset="-122"/>
                      </a:endParaRPr>
                    </a:p>
                  </a:txBody>
                  <a:tcPr marL="9298" marR="9298" marT="9298" marB="43196"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5"/>
                    </a:solidFill>
                  </a:tcPr>
                </a:tc>
                <a:tc>
                  <a:txBody>
                    <a:bodyPr/>
                    <a:p>
                      <a:pPr marL="9525" indent="0" algn="ctr" fontAlgn="ctr"/>
                      <a:r>
                        <a:rPr lang="en-US" sz="1325">
                          <a:solidFill>
                            <a:srgbClr val="000000"/>
                          </a:solidFill>
                          <a:latin typeface="微软雅黑" panose="020B0503020204020204" charset="-122"/>
                          <a:ea typeface="微软雅黑" panose="020B0503020204020204" charset="-122"/>
                          <a:sym typeface="+mn-ea"/>
                        </a:rPr>
                        <a:t>XX</a:t>
                      </a:r>
                      <a:r>
                        <a:rPr lang="zh-CN" altLang="en-US" sz="1325">
                          <a:solidFill>
                            <a:srgbClr val="000000"/>
                          </a:solidFill>
                          <a:latin typeface="微软雅黑" panose="020B0503020204020204" charset="-122"/>
                          <a:ea typeface="微软雅黑" panose="020B0503020204020204" charset="-122"/>
                          <a:sym typeface="+mn-ea"/>
                        </a:rPr>
                        <a:t>元</a:t>
                      </a:r>
                      <a:endParaRPr lang="zh-CN" altLang="en-US" sz="1325" b="0" i="0">
                        <a:solidFill>
                          <a:srgbClr val="000000"/>
                        </a:solidFill>
                        <a:latin typeface="微软雅黑" panose="020B0503020204020204" charset="-122"/>
                        <a:ea typeface="微软雅黑" panose="020B0503020204020204" charset="-122"/>
                        <a:sym typeface="+mn-ea"/>
                      </a:endParaRPr>
                    </a:p>
                  </a:txBody>
                  <a:tcPr marL="9298" marR="9298" marT="9298" marB="43196" anchor="ctr" anchorCtr="0">
                    <a:lnL w="6350" cap="flat" cmpd="sng">
                      <a:solidFill>
                        <a:srgbClr val="000000"/>
                      </a:solidFill>
                      <a:prstDash val="solid"/>
                      <a:headEnd type="none" w="med" len="med"/>
                      <a:tailEnd type="none" w="med" len="med"/>
                    </a:lnL>
                    <a:lnR w="19050">
                      <a:solidFill>
                        <a:schemeClr val="tx1"/>
                      </a:solidFill>
                      <a:prstDash val="soli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5">
                        <a:lumMod val="20000"/>
                        <a:lumOff val="80000"/>
                      </a:schemeClr>
                    </a:solidFill>
                  </a:tcPr>
                </a:tc>
                <a:tc>
                  <a:txBody>
                    <a:bodyPr/>
                    <a:p>
                      <a:pPr marL="9525" indent="0" algn="ctr" fontAlgn="ctr">
                        <a:buNone/>
                      </a:pPr>
                      <a:endParaRPr lang="zh-CN" altLang="en-US" sz="1325" b="0" i="0">
                        <a:solidFill>
                          <a:srgbClr val="000000"/>
                        </a:solidFill>
                        <a:latin typeface="微软雅黑" panose="020B0503020204020204" charset="-122"/>
                        <a:ea typeface="微软雅黑" panose="020B0503020204020204" charset="-122"/>
                        <a:sym typeface="+mn-ea"/>
                      </a:endParaRPr>
                    </a:p>
                  </a:txBody>
                  <a:tcPr marL="9298" marR="9298" marT="9298" marB="43196" anchor="ctr" anchorCtr="0">
                    <a:lnL w="6350" cap="flat" cmpd="sng">
                      <a:solidFill>
                        <a:srgbClr val="000000"/>
                      </a:solidFill>
                      <a:prstDash val="solid"/>
                      <a:headEnd type="none" w="med" len="med"/>
                      <a:tailEnd type="none" w="med" len="med"/>
                    </a:lnL>
                    <a:lnR w="19050">
                      <a:solidFill>
                        <a:schemeClr val="tx1"/>
                      </a:solidFill>
                      <a:prstDash val="soli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5">
                        <a:lumMod val="20000"/>
                        <a:lumOff val="80000"/>
                      </a:schemeClr>
                    </a:solidFill>
                  </a:tcPr>
                </a:tc>
              </a:tr>
            </a:tbl>
          </a:graphicData>
        </a:graphic>
      </p:graphicFrame>
      <p:sp>
        <p:nvSpPr>
          <p:cNvPr id="13" name="矩形 12"/>
          <p:cNvSpPr/>
          <p:nvPr/>
        </p:nvSpPr>
        <p:spPr>
          <a:xfrm>
            <a:off x="-5823" y="-8399"/>
            <a:ext cx="11547380" cy="725948"/>
          </a:xfrm>
          <a:prstGeom prst="rect">
            <a:avLst/>
          </a:prstGeom>
          <a:solidFill>
            <a:srgbClr val="BC9B6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700"/>
          </a:p>
        </p:txBody>
      </p:sp>
      <p:sp>
        <p:nvSpPr>
          <p:cNvPr id="3" name="文本框 2"/>
          <p:cNvSpPr txBox="1"/>
          <p:nvPr/>
        </p:nvSpPr>
        <p:spPr>
          <a:xfrm>
            <a:off x="420147" y="47997"/>
            <a:ext cx="9347336" cy="614045"/>
          </a:xfrm>
          <a:prstGeom prst="rect">
            <a:avLst/>
          </a:prstGeom>
          <a:noFill/>
        </p:spPr>
        <p:txBody>
          <a:bodyPr wrap="square" rtlCol="0">
            <a:spAutoFit/>
          </a:bodyPr>
          <a:p>
            <a:r>
              <a:rPr lang="zh-CN" altLang="en-US" sz="3400" b="1">
                <a:solidFill>
                  <a:schemeClr val="bg1"/>
                </a:solidFill>
              </a:rPr>
              <a:t>产品定义与</a:t>
            </a:r>
            <a:r>
              <a:rPr lang="zh-CN" altLang="en-US" sz="3400" b="1">
                <a:solidFill>
                  <a:schemeClr val="bg1"/>
                </a:solidFill>
              </a:rPr>
              <a:t>价值表</a:t>
            </a:r>
            <a:endParaRPr lang="zh-CN" altLang="en-US" sz="3400" b="1">
              <a:solidFill>
                <a:schemeClr val="bg1"/>
              </a:solidFill>
            </a:endParaRPr>
          </a:p>
        </p:txBody>
      </p:sp>
      <p:sp>
        <p:nvSpPr>
          <p:cNvPr id="11" name="文本框 10"/>
          <p:cNvSpPr txBox="1"/>
          <p:nvPr/>
        </p:nvSpPr>
        <p:spPr>
          <a:xfrm>
            <a:off x="5110014" y="4107308"/>
            <a:ext cx="911935" cy="434369"/>
          </a:xfrm>
          <a:prstGeom prst="rect">
            <a:avLst/>
          </a:prstGeom>
          <a:noFill/>
        </p:spPr>
        <p:txBody>
          <a:bodyPr wrap="square" rtlCol="0">
            <a:noAutofit/>
          </a:bodyPr>
          <a:p>
            <a:pPr>
              <a:lnSpc>
                <a:spcPct val="120000"/>
              </a:lnSpc>
            </a:pPr>
            <a:r>
              <a:rPr lang="en-US" altLang="zh-CN" sz="945">
                <a:sym typeface="+mn-ea"/>
              </a:rPr>
              <a:t>0</a:t>
            </a:r>
            <a:r>
              <a:rPr lang="zh-CN" altLang="en-US" sz="945">
                <a:sym typeface="+mn-ea"/>
              </a:rPr>
              <a:t>添加防腐剂，</a:t>
            </a:r>
            <a:endParaRPr lang="zh-CN" altLang="en-US" sz="945">
              <a:sym typeface="+mn-ea"/>
            </a:endParaRPr>
          </a:p>
          <a:p>
            <a:pPr>
              <a:lnSpc>
                <a:spcPct val="120000"/>
              </a:lnSpc>
            </a:pPr>
            <a:r>
              <a:rPr lang="zh-CN" altLang="en-US" sz="945">
                <a:sym typeface="+mn-ea"/>
              </a:rPr>
              <a:t>人工色素；</a:t>
            </a:r>
            <a:endParaRPr lang="zh-CN" altLang="en-US" sz="945">
              <a:sym typeface="+mn-ea"/>
            </a:endParaRPr>
          </a:p>
        </p:txBody>
      </p:sp>
      <p:sp>
        <p:nvSpPr>
          <p:cNvPr id="12" name="文本框 11"/>
          <p:cNvSpPr txBox="1"/>
          <p:nvPr/>
        </p:nvSpPr>
        <p:spPr>
          <a:xfrm>
            <a:off x="2371208" y="4565676"/>
            <a:ext cx="3219371" cy="460167"/>
          </a:xfrm>
          <a:prstGeom prst="rect">
            <a:avLst/>
          </a:prstGeom>
          <a:noFill/>
        </p:spPr>
        <p:txBody>
          <a:bodyPr wrap="square" rtlCol="0">
            <a:noAutofit/>
          </a:bodyPr>
          <a:p>
            <a:pPr>
              <a:lnSpc>
                <a:spcPct val="110000"/>
              </a:lnSpc>
            </a:pPr>
            <a:r>
              <a:rPr lang="zh-CN" altLang="en-US" sz="1135">
                <a:sym typeface="+mn-ea"/>
              </a:rPr>
              <a:t>独家坛香剁椒，自然发酵</a:t>
            </a:r>
            <a:r>
              <a:rPr lang="en-US" altLang="zh-CN" sz="1135">
                <a:sym typeface="+mn-ea"/>
              </a:rPr>
              <a:t>100+</a:t>
            </a:r>
            <a:r>
              <a:rPr lang="zh-CN" altLang="en-US" sz="1135">
                <a:sym typeface="+mn-ea"/>
              </a:rPr>
              <a:t>天；</a:t>
            </a:r>
            <a:endParaRPr lang="zh-CN" altLang="en-US" sz="1135">
              <a:sym typeface="+mn-ea"/>
            </a:endParaRPr>
          </a:p>
          <a:p>
            <a:pPr>
              <a:lnSpc>
                <a:spcPct val="110000"/>
              </a:lnSpc>
            </a:pPr>
            <a:r>
              <a:rPr lang="zh-CN" altLang="en-US" sz="1135">
                <a:sym typeface="+mn-ea"/>
              </a:rPr>
              <a:t>固形物含量</a:t>
            </a:r>
            <a:r>
              <a:rPr lang="en-US" altLang="zh-CN" sz="1135">
                <a:sym typeface="+mn-ea"/>
              </a:rPr>
              <a:t>≥70%</a:t>
            </a:r>
            <a:r>
              <a:rPr lang="zh-CN" altLang="en-US" sz="1135">
                <a:sym typeface="+mn-ea"/>
              </a:rPr>
              <a:t>；</a:t>
            </a:r>
            <a:r>
              <a:rPr lang="en-US" altLang="zh-CN" sz="1135">
                <a:sym typeface="+mn-ea"/>
              </a:rPr>
              <a:t>     </a:t>
            </a:r>
            <a:r>
              <a:rPr lang="zh-CN" altLang="en-US" sz="1135">
                <a:sym typeface="+mn-ea"/>
              </a:rPr>
              <a:t>低辣，辣度</a:t>
            </a:r>
            <a:r>
              <a:rPr lang="en-US" altLang="zh-CN" sz="1135">
                <a:sym typeface="+mn-ea"/>
              </a:rPr>
              <a:t>10</a:t>
            </a:r>
            <a:r>
              <a:rPr lang="zh-CN" altLang="en-US" sz="1135">
                <a:sym typeface="+mn-ea"/>
              </a:rPr>
              <a:t>度；</a:t>
            </a:r>
            <a:endParaRPr lang="zh-CN" altLang="en-US" sz="1135"/>
          </a:p>
          <a:p>
            <a:endParaRPr lang="zh-CN" altLang="en-US" sz="1135"/>
          </a:p>
        </p:txBody>
      </p:sp>
      <p:sp>
        <p:nvSpPr>
          <p:cNvPr id="14" name="文本框 13"/>
          <p:cNvSpPr txBox="1"/>
          <p:nvPr/>
        </p:nvSpPr>
        <p:spPr>
          <a:xfrm>
            <a:off x="2452202" y="3684338"/>
            <a:ext cx="3424557" cy="344376"/>
          </a:xfrm>
          <a:prstGeom prst="rect">
            <a:avLst/>
          </a:prstGeom>
          <a:noFill/>
        </p:spPr>
        <p:txBody>
          <a:bodyPr wrap="square" rtlCol="0">
            <a:noAutofit/>
          </a:bodyPr>
          <a:p>
            <a:r>
              <a:rPr lang="zh-CN" altLang="en-US" sz="1135">
                <a:sym typeface="+mn-ea"/>
              </a:rPr>
              <a:t>明火快炒锁鲜，</a:t>
            </a:r>
            <a:r>
              <a:rPr lang="en-US" altLang="zh-CN" sz="1135">
                <a:sym typeface="+mn-ea"/>
              </a:rPr>
              <a:t>  </a:t>
            </a:r>
            <a:r>
              <a:rPr lang="zh-CN" altLang="en-US" sz="1135">
                <a:sym typeface="+mn-ea"/>
              </a:rPr>
              <a:t>鲜香肉嫩</a:t>
            </a:r>
            <a:r>
              <a:rPr lang="en-US" altLang="zh-CN" sz="1135">
                <a:sym typeface="+mn-ea"/>
              </a:rPr>
              <a:t> </a:t>
            </a:r>
            <a:r>
              <a:rPr lang="zh-CN" altLang="en-US" sz="1135">
                <a:sym typeface="+mn-ea"/>
              </a:rPr>
              <a:t>，</a:t>
            </a:r>
            <a:r>
              <a:rPr lang="en-US" altLang="zh-CN" sz="1135">
                <a:sym typeface="+mn-ea"/>
              </a:rPr>
              <a:t> </a:t>
            </a:r>
            <a:r>
              <a:rPr lang="zh-CN" altLang="en-US" sz="1135">
                <a:sym typeface="+mn-ea"/>
              </a:rPr>
              <a:t>地道湖南味</a:t>
            </a:r>
            <a:r>
              <a:rPr lang="en-US" altLang="zh-CN" sz="1135">
                <a:sym typeface="+mn-ea"/>
              </a:rPr>
              <a:t>;</a:t>
            </a:r>
            <a:endParaRPr lang="zh-CN" altLang="en-US" sz="1135"/>
          </a:p>
          <a:p>
            <a:endParaRPr lang="zh-CN" altLang="en-US" sz="1135"/>
          </a:p>
        </p:txBody>
      </p:sp>
      <p:sp>
        <p:nvSpPr>
          <p:cNvPr id="15" name="文本框 14"/>
          <p:cNvSpPr txBox="1"/>
          <p:nvPr/>
        </p:nvSpPr>
        <p:spPr>
          <a:xfrm>
            <a:off x="3440932" y="4116908"/>
            <a:ext cx="1577288" cy="439769"/>
          </a:xfrm>
          <a:prstGeom prst="rect">
            <a:avLst/>
          </a:prstGeom>
          <a:noFill/>
        </p:spPr>
        <p:txBody>
          <a:bodyPr wrap="square" rtlCol="0">
            <a:noAutofit/>
          </a:bodyPr>
          <a:p>
            <a:r>
              <a:rPr lang="zh-CN" altLang="en-US" sz="1135">
                <a:sym typeface="+mn-ea"/>
              </a:rPr>
              <a:t>湖南剁椒配鲜椒</a:t>
            </a:r>
            <a:endParaRPr lang="zh-CN" altLang="en-US" sz="1135">
              <a:sym typeface="+mn-ea"/>
            </a:endParaRPr>
          </a:p>
          <a:p>
            <a:r>
              <a:rPr lang="zh-CN" altLang="en-US" sz="1135">
                <a:sym typeface="+mn-ea"/>
              </a:rPr>
              <a:t>坛香浓郁，鲜香爽辣</a:t>
            </a:r>
            <a:r>
              <a:rPr lang="en-US" altLang="zh-CN" sz="1135">
                <a:sym typeface="+mn-ea"/>
              </a:rPr>
              <a:t>;</a:t>
            </a:r>
            <a:endParaRPr lang="zh-CN" altLang="en-US" sz="1135"/>
          </a:p>
          <a:p>
            <a:endParaRPr lang="zh-CN" altLang="en-US" sz="1135"/>
          </a:p>
        </p:txBody>
      </p:sp>
      <p:sp>
        <p:nvSpPr>
          <p:cNvPr id="17" name="文本框 16"/>
          <p:cNvSpPr txBox="1"/>
          <p:nvPr/>
        </p:nvSpPr>
        <p:spPr>
          <a:xfrm>
            <a:off x="2371208" y="4101909"/>
            <a:ext cx="896936" cy="439769"/>
          </a:xfrm>
          <a:prstGeom prst="rect">
            <a:avLst/>
          </a:prstGeom>
          <a:noFill/>
        </p:spPr>
        <p:txBody>
          <a:bodyPr wrap="square" rtlCol="0">
            <a:noAutofit/>
          </a:bodyPr>
          <a:p>
            <a:r>
              <a:rPr lang="zh-CN" altLang="en-US" sz="1135">
                <a:sym typeface="+mn-ea"/>
              </a:rPr>
              <a:t>大块牛霖肉</a:t>
            </a:r>
            <a:endParaRPr lang="zh-CN" altLang="en-US" sz="1135">
              <a:sym typeface="+mn-ea"/>
            </a:endParaRPr>
          </a:p>
          <a:p>
            <a:r>
              <a:rPr lang="zh-CN" altLang="en-US" sz="1135">
                <a:sym typeface="+mn-ea"/>
              </a:rPr>
              <a:t>含量</a:t>
            </a:r>
            <a:r>
              <a:rPr lang="en-US" altLang="zh-CN" sz="1135">
                <a:sym typeface="+mn-ea"/>
              </a:rPr>
              <a:t>≥20%;</a:t>
            </a:r>
            <a:endParaRPr lang="zh-CN" altLang="en-US" sz="1135"/>
          </a:p>
          <a:p>
            <a:endParaRPr lang="zh-CN" altLang="en-US" sz="1135"/>
          </a:p>
        </p:txBody>
      </p:sp>
      <p:sp>
        <p:nvSpPr>
          <p:cNvPr id="7" name="文本框 6"/>
          <p:cNvSpPr txBox="1"/>
          <p:nvPr/>
        </p:nvSpPr>
        <p:spPr>
          <a:xfrm>
            <a:off x="5018220" y="2005058"/>
            <a:ext cx="1057725" cy="220184"/>
          </a:xfrm>
          <a:prstGeom prst="rect">
            <a:avLst/>
          </a:prstGeom>
          <a:noFill/>
        </p:spPr>
        <p:txBody>
          <a:bodyPr wrap="square" rtlCol="0">
            <a:noAutofit/>
          </a:bodyPr>
          <a:p>
            <a:r>
              <a:rPr lang="en-US" altLang="zh-CN" sz="945" b="1">
                <a:solidFill>
                  <a:srgbClr val="000000"/>
                </a:solidFill>
                <a:latin typeface="微软雅黑" panose="020B0503020204020204" charset="-122"/>
                <a:ea typeface="微软雅黑" panose="020B0503020204020204" charset="-122"/>
                <a:sym typeface="+mn-ea"/>
              </a:rPr>
              <a:t> </a:t>
            </a:r>
            <a:r>
              <a:rPr lang="zh-CN" altLang="en-US" sz="945" b="1">
                <a:solidFill>
                  <a:srgbClr val="000000"/>
                </a:solidFill>
                <a:latin typeface="微软雅黑" panose="020B0503020204020204" charset="-122"/>
                <a:ea typeface="微软雅黑" panose="020B0503020204020204" charset="-122"/>
                <a:sym typeface="+mn-ea"/>
              </a:rPr>
              <a:t>湖南小炒下饭酱</a:t>
            </a:r>
            <a:endParaRPr lang="zh-CN" altLang="en-US" sz="945" b="1" i="0">
              <a:solidFill>
                <a:srgbClr val="000000"/>
              </a:solidFill>
              <a:latin typeface="微软雅黑" panose="020B0503020204020204" charset="-122"/>
              <a:ea typeface="微软雅黑" panose="020B0503020204020204" charset="-122"/>
            </a:endParaRPr>
          </a:p>
          <a:p>
            <a:endParaRPr lang="zh-CN" altLang="en-US" sz="945" b="1" i="0">
              <a:solidFill>
                <a:srgbClr val="000000"/>
              </a:solidFill>
              <a:latin typeface="微软雅黑" panose="020B0503020204020204" charset="-122"/>
              <a:ea typeface="微软雅黑" panose="020B0503020204020204" charset="-122"/>
            </a:endParaRPr>
          </a:p>
        </p:txBody>
      </p:sp>
      <p:pic>
        <p:nvPicPr>
          <p:cNvPr id="8" name="图片 7"/>
          <p:cNvPicPr>
            <a:picLocks noChangeAspect="1"/>
          </p:cNvPicPr>
          <p:nvPr/>
        </p:nvPicPr>
        <p:blipFill>
          <a:blip r:embed="rId2"/>
          <a:srcRect l="4534" t="10836" r="67331" b="16929"/>
          <a:stretch>
            <a:fillRect/>
          </a:stretch>
        </p:blipFill>
        <p:spPr>
          <a:xfrm>
            <a:off x="10102259" y="1025927"/>
            <a:ext cx="752947" cy="983930"/>
          </a:xfrm>
          <a:prstGeom prst="rect">
            <a:avLst/>
          </a:prstGeom>
        </p:spPr>
      </p:pic>
      <p:sp>
        <p:nvSpPr>
          <p:cNvPr id="19" name="文本框 18"/>
          <p:cNvSpPr txBox="1"/>
          <p:nvPr/>
        </p:nvSpPr>
        <p:spPr>
          <a:xfrm>
            <a:off x="5018220" y="1825670"/>
            <a:ext cx="1057725" cy="220184"/>
          </a:xfrm>
          <a:prstGeom prst="rect">
            <a:avLst/>
          </a:prstGeom>
          <a:noFill/>
        </p:spPr>
        <p:txBody>
          <a:bodyPr wrap="square" rtlCol="0">
            <a:noAutofit/>
          </a:bodyPr>
          <a:p>
            <a:r>
              <a:rPr lang="en-US" altLang="zh-CN" sz="945" b="1">
                <a:solidFill>
                  <a:srgbClr val="FF0000"/>
                </a:solidFill>
                <a:latin typeface="微软雅黑" panose="020B0503020204020204" charset="-122"/>
                <a:ea typeface="微软雅黑" panose="020B0503020204020204" charset="-122"/>
                <a:sym typeface="+mn-ea"/>
              </a:rPr>
              <a:t> </a:t>
            </a:r>
            <a:r>
              <a:rPr lang="zh-CN" altLang="en-US" sz="945" b="1">
                <a:solidFill>
                  <a:srgbClr val="FF0000"/>
                </a:solidFill>
                <a:latin typeface="微软雅黑" panose="020B0503020204020204" charset="-122"/>
                <a:ea typeface="微软雅黑" panose="020B0503020204020204" charset="-122"/>
                <a:sym typeface="+mn-ea"/>
              </a:rPr>
              <a:t>辣菜酱</a:t>
            </a:r>
            <a:endParaRPr lang="zh-CN" altLang="en-US" sz="945" b="1" i="0">
              <a:solidFill>
                <a:srgbClr val="FF0000"/>
              </a:solidFill>
              <a:latin typeface="微软雅黑" panose="020B0503020204020204" charset="-122"/>
              <a:ea typeface="微软雅黑" panose="020B0503020204020204" charset="-122"/>
            </a:endParaRPr>
          </a:p>
          <a:p>
            <a:endParaRPr lang="zh-CN" altLang="en-US" sz="945" b="1" i="0">
              <a:solidFill>
                <a:srgbClr val="FF0000"/>
              </a:solidFill>
              <a:latin typeface="微软雅黑" panose="020B0503020204020204" charset="-122"/>
              <a:ea typeface="微软雅黑" panose="020B0503020204020204" charset="-122"/>
            </a:endParaRPr>
          </a:p>
        </p:txBody>
      </p:sp>
      <p:sp>
        <p:nvSpPr>
          <p:cNvPr id="22" name="文本框 21"/>
          <p:cNvSpPr txBox="1"/>
          <p:nvPr/>
        </p:nvSpPr>
        <p:spPr>
          <a:xfrm>
            <a:off x="3067159" y="2277438"/>
            <a:ext cx="493765" cy="220184"/>
          </a:xfrm>
          <a:prstGeom prst="rect">
            <a:avLst/>
          </a:prstGeom>
          <a:noFill/>
        </p:spPr>
        <p:txBody>
          <a:bodyPr wrap="square" rtlCol="0">
            <a:noAutofit/>
          </a:bodyPr>
          <a:p>
            <a:r>
              <a:rPr lang="en-US" altLang="zh-CN" sz="945" b="1">
                <a:solidFill>
                  <a:srgbClr val="000000"/>
                </a:solidFill>
                <a:latin typeface="微软雅黑" panose="020B0503020204020204" charset="-122"/>
                <a:ea typeface="微软雅黑" panose="020B0503020204020204" charset="-122"/>
                <a:sym typeface="+mn-ea"/>
              </a:rPr>
              <a:t> </a:t>
            </a:r>
            <a:r>
              <a:rPr lang="zh-CN" altLang="en-US" sz="945" b="1">
                <a:solidFill>
                  <a:srgbClr val="000000"/>
                </a:solidFill>
                <a:latin typeface="微软雅黑" panose="020B0503020204020204" charset="-122"/>
                <a:ea typeface="微软雅黑" panose="020B0503020204020204" charset="-122"/>
                <a:sym typeface="+mn-ea"/>
              </a:rPr>
              <a:t>湖南</a:t>
            </a:r>
            <a:endParaRPr lang="zh-CN" altLang="en-US" sz="945" b="1" i="0">
              <a:solidFill>
                <a:srgbClr val="000000"/>
              </a:solidFill>
              <a:latin typeface="微软雅黑" panose="020B0503020204020204" charset="-122"/>
              <a:ea typeface="微软雅黑" panose="020B0503020204020204" charset="-122"/>
            </a:endParaRPr>
          </a:p>
        </p:txBody>
      </p:sp>
      <p:pic>
        <p:nvPicPr>
          <p:cNvPr id="34" name="图片 33"/>
          <p:cNvPicPr>
            <a:picLocks noChangeAspect="1"/>
          </p:cNvPicPr>
          <p:nvPr/>
        </p:nvPicPr>
        <p:blipFill>
          <a:blip r:embed="rId3"/>
          <a:stretch>
            <a:fillRect/>
          </a:stretch>
        </p:blipFill>
        <p:spPr>
          <a:xfrm>
            <a:off x="10102259" y="2044055"/>
            <a:ext cx="752947" cy="1146519"/>
          </a:xfrm>
          <a:prstGeom prst="rect">
            <a:avLst/>
          </a:prstGeom>
        </p:spPr>
      </p:pic>
      <p:pic>
        <p:nvPicPr>
          <p:cNvPr id="38" name="图片 37"/>
          <p:cNvPicPr>
            <a:picLocks noChangeAspect="1"/>
          </p:cNvPicPr>
          <p:nvPr/>
        </p:nvPicPr>
        <p:blipFill>
          <a:blip r:embed="rId4"/>
          <a:stretch>
            <a:fillRect/>
          </a:stretch>
        </p:blipFill>
        <p:spPr>
          <a:xfrm>
            <a:off x="10107659" y="3263768"/>
            <a:ext cx="747547" cy="1220913"/>
          </a:xfrm>
          <a:prstGeom prst="rect">
            <a:avLst/>
          </a:prstGeom>
        </p:spPr>
      </p:pic>
    </p:spTree>
    <p:custDataLst>
      <p:tags r:id="rId5"/>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412" name=""/>
        <p:cNvGrpSpPr/>
        <p:nvPr/>
      </p:nvGrpSpPr>
      <p:grpSpPr/>
      <p:pic>
        <p:nvPicPr>
          <p:cNvPr id="2097381" name="图片 5"/>
          <p:cNvPicPr>
            <a:picLocks noChangeAspect="1"/>
          </p:cNvPicPr>
          <p:nvPr/>
        </p:nvPicPr>
        <p:blipFill>
          <a:blip r:embed="rId1"/>
          <a:srcRect/>
          <a:stretch>
            <a:fillRect/>
          </a:stretch>
        </p:blipFill>
        <p:spPr>
          <a:xfrm>
            <a:off x="0" y="0"/>
            <a:ext cx="11520170" cy="7645400"/>
          </a:xfrm>
          <a:prstGeom prst="rect">
            <a:avLst/>
          </a:prstGeom>
        </p:spPr>
      </p:pic>
      <p:sp>
        <p:nvSpPr>
          <p:cNvPr id="1048876" name="文本框 3"/>
          <p:cNvSpPr txBox="1"/>
          <p:nvPr/>
        </p:nvSpPr>
        <p:spPr>
          <a:xfrm>
            <a:off x="439621" y="1051946"/>
            <a:ext cx="9970987" cy="4648028"/>
          </a:xfrm>
          <a:prstGeom prst="rect">
            <a:avLst/>
          </a:prstGeom>
          <a:noFill/>
        </p:spPr>
        <p:txBody>
          <a:bodyPr wrap="square" rtlCol="0">
            <a:noAutofit/>
          </a:bodyPr>
          <a:p>
            <a:pPr>
              <a:lnSpc>
                <a:spcPct val="130000"/>
              </a:lnSpc>
            </a:pPr>
            <a:r>
              <a:rPr lang="zh-CN" altLang="en-US" sz="1510" b="1">
                <a:solidFill>
                  <a:srgbClr val="FFFF00"/>
                </a:solidFill>
                <a:latin typeface="微软雅黑" panose="020B0503020204020204" charset="-122"/>
                <a:ea typeface="微软雅黑" panose="020B0503020204020204" charset="-122"/>
              </a:rPr>
              <a:t>这是什么？</a:t>
            </a:r>
            <a:r>
              <a:rPr lang="en-US" altLang="zh-CN" sz="1510" b="1">
                <a:solidFill>
                  <a:srgbClr val="FFFF00"/>
                </a:solidFill>
                <a:latin typeface="微软雅黑" panose="020B0503020204020204" charset="-122"/>
                <a:ea typeface="微软雅黑" panose="020B0503020204020204" charset="-122"/>
              </a:rPr>
              <a:t>----------</a:t>
            </a:r>
            <a:r>
              <a:rPr lang="zh-CN" altLang="en-US" sz="4535" b="1">
                <a:solidFill>
                  <a:srgbClr val="FFFF00"/>
                </a:solidFill>
                <a:latin typeface="微软雅黑" panose="020B0503020204020204" charset="-122"/>
                <a:ea typeface="微软雅黑" panose="020B0503020204020204" charset="-122"/>
              </a:rPr>
              <a:t>绝弹龙虾尾</a:t>
            </a:r>
            <a:endParaRPr lang="zh-CN" altLang="en-US" sz="4535" b="1">
              <a:solidFill>
                <a:srgbClr val="FFFF00"/>
              </a:solidFill>
              <a:latin typeface="微软雅黑" panose="020B0503020204020204" charset="-122"/>
              <a:ea typeface="微软雅黑" panose="020B0503020204020204" charset="-122"/>
            </a:endParaRPr>
          </a:p>
          <a:p>
            <a:pPr>
              <a:lnSpc>
                <a:spcPct val="130000"/>
              </a:lnSpc>
            </a:pPr>
            <a:r>
              <a:rPr lang="zh-CN" altLang="en-US" sz="1510" b="1">
                <a:solidFill>
                  <a:srgbClr val="FFFF00"/>
                </a:solidFill>
                <a:latin typeface="微软雅黑" panose="020B0503020204020204" charset="-122"/>
                <a:ea typeface="微软雅黑" panose="020B0503020204020204" charset="-122"/>
              </a:rPr>
              <a:t>有什么不一样？</a:t>
            </a:r>
            <a:r>
              <a:rPr lang="en-US" altLang="zh-CN" sz="1510" b="1">
                <a:solidFill>
                  <a:srgbClr val="FFFF00"/>
                </a:solidFill>
                <a:latin typeface="微软雅黑" panose="020B0503020204020204" charset="-122"/>
                <a:ea typeface="微软雅黑" panose="020B0503020204020204" charset="-122"/>
                <a:sym typeface="+mn-ea"/>
              </a:rPr>
              <a:t>-----</a:t>
            </a:r>
            <a:r>
              <a:rPr lang="en-US" altLang="zh-CN" sz="4535" b="1">
                <a:solidFill>
                  <a:srgbClr val="FFFF00"/>
                </a:solidFill>
                <a:latin typeface="微软雅黑" panose="020B0503020204020204" charset="-122"/>
                <a:ea typeface="微软雅黑" panose="020B0503020204020204" charset="-122"/>
              </a:rPr>
              <a:t>Q</a:t>
            </a:r>
            <a:r>
              <a:rPr lang="zh-CN" altLang="en-US" sz="4535" b="1">
                <a:solidFill>
                  <a:srgbClr val="FFFF00"/>
                </a:solidFill>
                <a:latin typeface="微软雅黑" panose="020B0503020204020204" charset="-122"/>
                <a:ea typeface="微软雅黑" panose="020B0503020204020204" charset="-122"/>
              </a:rPr>
              <a:t>弹有鲜味</a:t>
            </a:r>
            <a:endParaRPr lang="zh-CN" altLang="en-US" sz="4535" b="1">
              <a:solidFill>
                <a:srgbClr val="FFFF00"/>
              </a:solidFill>
              <a:latin typeface="微软雅黑" panose="020B0503020204020204" charset="-122"/>
              <a:ea typeface="微软雅黑" panose="020B0503020204020204" charset="-122"/>
            </a:endParaRPr>
          </a:p>
          <a:p>
            <a:pPr>
              <a:lnSpc>
                <a:spcPct val="130000"/>
              </a:lnSpc>
            </a:pPr>
            <a:r>
              <a:rPr lang="zh-CN" altLang="en-US" sz="1510" b="1">
                <a:solidFill>
                  <a:srgbClr val="FFFF00"/>
                </a:solidFill>
                <a:latin typeface="微软雅黑" panose="020B0503020204020204" charset="-122"/>
                <a:ea typeface="微软雅黑" panose="020B0503020204020204" charset="-122"/>
              </a:rPr>
              <a:t>凭什么相信</a:t>
            </a:r>
            <a:r>
              <a:rPr lang="zh-CN" altLang="en-US" sz="1510" b="1">
                <a:solidFill>
                  <a:srgbClr val="FFFF00"/>
                </a:solidFill>
                <a:latin typeface="微软雅黑" panose="020B0503020204020204" charset="-122"/>
                <a:ea typeface="微软雅黑" panose="020B0503020204020204" charset="-122"/>
                <a:sym typeface="+mn-ea"/>
              </a:rPr>
              <a:t>？</a:t>
            </a:r>
            <a:r>
              <a:rPr lang="en-US" altLang="zh-CN" sz="1510" b="1">
                <a:solidFill>
                  <a:srgbClr val="FFFF00"/>
                </a:solidFill>
                <a:latin typeface="微软雅黑" panose="020B0503020204020204" charset="-122"/>
                <a:ea typeface="微软雅黑" panose="020B0503020204020204" charset="-122"/>
                <a:sym typeface="+mn-ea"/>
              </a:rPr>
              <a:t>-------</a:t>
            </a:r>
            <a:r>
              <a:rPr lang="zh-CN" altLang="en-US" sz="4535" b="1">
                <a:solidFill>
                  <a:srgbClr val="FFFF00"/>
                </a:solidFill>
                <a:latin typeface="微软雅黑" panose="020B0503020204020204" charset="-122"/>
                <a:ea typeface="微软雅黑" panose="020B0503020204020204" charset="-122"/>
              </a:rPr>
              <a:t>爆卖</a:t>
            </a:r>
            <a:r>
              <a:rPr lang="en-US" sz="4535" b="1">
                <a:solidFill>
                  <a:srgbClr val="FFFF00"/>
                </a:solidFill>
                <a:latin typeface="微软雅黑" panose="020B0503020204020204" charset="-122"/>
                <a:ea typeface="微软雅黑" panose="020B0503020204020204" charset="-122"/>
              </a:rPr>
              <a:t>12</a:t>
            </a:r>
            <a:r>
              <a:rPr lang="zh-CN" altLang="en-US" sz="4535" b="1">
                <a:solidFill>
                  <a:srgbClr val="FFFF00"/>
                </a:solidFill>
                <a:latin typeface="微软雅黑" panose="020B0503020204020204" charset="-122"/>
                <a:ea typeface="微软雅黑" panose="020B0503020204020204" charset="-122"/>
              </a:rPr>
              <a:t>亿</a:t>
            </a:r>
            <a:r>
              <a:rPr lang="en-US" altLang="zh-CN" sz="4535" b="1">
                <a:solidFill>
                  <a:srgbClr val="FFFF00"/>
                </a:solidFill>
                <a:latin typeface="微软雅黑" panose="020B0503020204020204" charset="-122"/>
                <a:ea typeface="微软雅黑" panose="020B0503020204020204" charset="-122"/>
              </a:rPr>
              <a:t>+</a:t>
            </a:r>
            <a:r>
              <a:rPr lang="zh-CN" altLang="en-US" sz="4535" b="1">
                <a:solidFill>
                  <a:srgbClr val="FFFF00"/>
                </a:solidFill>
                <a:latin typeface="微软雅黑" panose="020B0503020204020204" charset="-122"/>
                <a:ea typeface="微软雅黑" panose="020B0503020204020204" charset="-122"/>
              </a:rPr>
              <a:t>只</a:t>
            </a:r>
            <a:r>
              <a:rPr lang="en-US" altLang="zh-CN" sz="4535" b="1">
                <a:solidFill>
                  <a:srgbClr val="FFFF00"/>
                </a:solidFill>
                <a:latin typeface="微软雅黑" panose="020B0503020204020204" charset="-122"/>
                <a:ea typeface="微软雅黑" panose="020B0503020204020204" charset="-122"/>
              </a:rPr>
              <a:t>*</a:t>
            </a:r>
            <a:endParaRPr lang="en-US" altLang="zh-CN" sz="4535" b="1">
              <a:solidFill>
                <a:srgbClr val="FFFF00"/>
              </a:solidFill>
              <a:latin typeface="微软雅黑" panose="020B0503020204020204" charset="-122"/>
              <a:ea typeface="微软雅黑" panose="020B0503020204020204" charset="-122"/>
            </a:endParaRPr>
          </a:p>
          <a:p>
            <a:pPr>
              <a:lnSpc>
                <a:spcPct val="130000"/>
              </a:lnSpc>
            </a:pPr>
            <a:r>
              <a:rPr lang="zh-CN" altLang="en-US" sz="1510" b="1">
                <a:solidFill>
                  <a:srgbClr val="FFFF00"/>
                </a:solidFill>
                <a:latin typeface="微软雅黑" panose="020B0503020204020204" charset="-122"/>
                <a:ea typeface="微软雅黑" panose="020B0503020204020204" charset="-122"/>
              </a:rPr>
              <a:t>为什么现在买</a:t>
            </a:r>
            <a:r>
              <a:rPr lang="zh-CN" altLang="en-US" sz="1510" b="1">
                <a:solidFill>
                  <a:srgbClr val="FFFF00"/>
                </a:solidFill>
                <a:latin typeface="微软雅黑" panose="020B0503020204020204" charset="-122"/>
                <a:ea typeface="微软雅黑" panose="020B0503020204020204" charset="-122"/>
                <a:sym typeface="+mn-ea"/>
              </a:rPr>
              <a:t>？</a:t>
            </a:r>
            <a:r>
              <a:rPr lang="en-US" altLang="zh-CN" sz="1510" b="1">
                <a:solidFill>
                  <a:srgbClr val="FFFF00"/>
                </a:solidFill>
                <a:latin typeface="微软雅黑" panose="020B0503020204020204" charset="-122"/>
                <a:ea typeface="微软雅黑" panose="020B0503020204020204" charset="-122"/>
                <a:sym typeface="+mn-ea"/>
              </a:rPr>
              <a:t>-----</a:t>
            </a:r>
            <a:r>
              <a:rPr lang="zh-CN" altLang="en-US" sz="4535" b="1">
                <a:solidFill>
                  <a:srgbClr val="FFFF00"/>
                </a:solidFill>
                <a:latin typeface="微软雅黑" panose="020B0503020204020204" charset="-122"/>
                <a:ea typeface="微软雅黑" panose="020B0503020204020204" charset="-122"/>
              </a:rPr>
              <a:t>第二杯半价</a:t>
            </a:r>
            <a:endParaRPr lang="zh-CN" altLang="en-US" sz="4535" b="1">
              <a:solidFill>
                <a:srgbClr val="FFFF00"/>
              </a:solidFill>
              <a:latin typeface="微软雅黑" panose="020B0503020204020204" charset="-122"/>
              <a:ea typeface="微软雅黑" panose="020B0503020204020204" charset="-122"/>
            </a:endParaRPr>
          </a:p>
        </p:txBody>
      </p:sp>
      <p:sp>
        <p:nvSpPr>
          <p:cNvPr id="1048877" name="标题 1"/>
          <p:cNvSpPr txBox="1"/>
          <p:nvPr/>
        </p:nvSpPr>
        <p:spPr>
          <a:xfrm>
            <a:off x="439621" y="624973"/>
            <a:ext cx="10381008" cy="496637"/>
          </a:xfrm>
          <a:prstGeom prst="rect">
            <a:avLst/>
          </a:prstGeom>
        </p:spPr>
        <p:txBody>
          <a:bodyPr vert="horz" lIns="80991" tIns="40495" rIns="80991" bIns="40495" rtlCol="0" anchor="b">
            <a:noAutofit/>
          </a:bodyPr>
          <a:lstStyle>
            <a:lvl1pPr algn="ctr" defTabSz="975360" rtl="0" eaLnBrk="1" latinLnBrk="0" hangingPunct="1">
              <a:lnSpc>
                <a:spcPct val="90000"/>
              </a:lnSpc>
              <a:spcBef>
                <a:spcPct val="0"/>
              </a:spcBef>
              <a:buNone/>
              <a:defRPr sz="6400" kern="1200">
                <a:solidFill>
                  <a:schemeClr val="tx1"/>
                </a:solidFill>
                <a:latin typeface="+mj-lt"/>
                <a:ea typeface="+mj-ea"/>
                <a:cs typeface="+mj-cs"/>
              </a:defRPr>
            </a:lvl1pPr>
          </a:lstStyle>
          <a:p>
            <a:pPr algn="l">
              <a:lnSpc>
                <a:spcPct val="130000"/>
              </a:lnSpc>
              <a:spcBef>
                <a:spcPts val="1175"/>
              </a:spcBef>
            </a:pPr>
            <a:r>
              <a:rPr lang="zh-CN" sz="2835" b="1" dirty="0">
                <a:solidFill>
                  <a:schemeClr val="bg1"/>
                </a:solidFill>
                <a:latin typeface="微软雅黑" panose="020B0503020204020204" charset="-122"/>
                <a:ea typeface="微软雅黑" panose="020B0503020204020204" charset="-122"/>
              </a:rPr>
              <a:t>产品定义总结：</a:t>
            </a:r>
            <a:endParaRPr lang="zh-CN" sz="2835" dirty="0">
              <a:solidFill>
                <a:schemeClr val="bg1"/>
              </a:solidFill>
              <a:latin typeface="微软雅黑" panose="020B0503020204020204" charset="-122"/>
              <a:ea typeface="微软雅黑" panose="020B0503020204020204" charset="-122"/>
            </a:endParaRPr>
          </a:p>
        </p:txBody>
      </p:sp>
    </p:spTree>
    <p:custDataLst>
      <p:tags r:id="rId2"/>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414" name=""/>
        <p:cNvGrpSpPr/>
        <p:nvPr/>
      </p:nvGrpSpPr>
      <p:grpSpPr/>
      <p:pic>
        <p:nvPicPr>
          <p:cNvPr id="2097384" name="图片 1" descr="五步打爆大单品+方法论源文件+锦成+20230924_画板 1 副本 4"/>
          <p:cNvPicPr>
            <a:picLocks noChangeAspect="1"/>
          </p:cNvPicPr>
          <p:nvPr/>
        </p:nvPicPr>
        <p:blipFill>
          <a:blip r:embed="rId1"/>
          <a:stretch>
            <a:fillRect/>
          </a:stretch>
        </p:blipFill>
        <p:spPr>
          <a:xfrm>
            <a:off x="2329" y="99"/>
            <a:ext cx="11514245" cy="6479342"/>
          </a:xfrm>
          <a:prstGeom prst="rect">
            <a:avLst/>
          </a:prstGeom>
        </p:spPr>
      </p:pic>
    </p:spTree>
    <p:custDataLst>
      <p:tags r:id="rId2"/>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3161808" y="33889"/>
            <a:ext cx="4955048" cy="6172362"/>
          </a:xfrm>
          <a:prstGeom prst="rect">
            <a:avLst/>
          </a:prstGeom>
          <a:noFill/>
          <a:ln w="254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700"/>
          </a:p>
        </p:txBody>
      </p:sp>
      <p:sp>
        <p:nvSpPr>
          <p:cNvPr id="4" name="文本框 3"/>
          <p:cNvSpPr txBox="1"/>
          <p:nvPr/>
        </p:nvSpPr>
        <p:spPr>
          <a:xfrm>
            <a:off x="3386192" y="1244004"/>
            <a:ext cx="4213501" cy="1499235"/>
          </a:xfrm>
          <a:prstGeom prst="rect">
            <a:avLst/>
          </a:prstGeom>
          <a:noFill/>
        </p:spPr>
        <p:txBody>
          <a:bodyPr wrap="square" rtlCol="0" anchor="t">
            <a:spAutoFit/>
          </a:bodyPr>
          <a:p>
            <a:pPr algn="l">
              <a:lnSpc>
                <a:spcPct val="110000"/>
              </a:lnSpc>
            </a:pPr>
            <a:r>
              <a:rPr lang="zh-CN" altLang="en-US" sz="4155" b="1">
                <a:solidFill>
                  <a:schemeClr val="tx1"/>
                </a:solidFill>
                <a:sym typeface="+mn-ea"/>
              </a:rPr>
              <a:t>四川风味</a:t>
            </a:r>
            <a:endParaRPr lang="zh-CN" altLang="en-US" sz="4155" b="1">
              <a:solidFill>
                <a:schemeClr val="tx1"/>
              </a:solidFill>
              <a:sym typeface="+mn-ea"/>
            </a:endParaRPr>
          </a:p>
          <a:p>
            <a:pPr algn="l">
              <a:lnSpc>
                <a:spcPct val="110000"/>
              </a:lnSpc>
            </a:pPr>
            <a:r>
              <a:rPr lang="zh-CN" altLang="en-US" sz="4155" b="1">
                <a:solidFill>
                  <a:schemeClr val="tx1"/>
                </a:solidFill>
                <a:sym typeface="+mn-ea"/>
              </a:rPr>
              <a:t>酸菜火锅底料</a:t>
            </a:r>
            <a:endParaRPr lang="zh-CN" altLang="en-US" sz="4155" b="1">
              <a:solidFill>
                <a:schemeClr val="tx1"/>
              </a:solidFill>
              <a:sym typeface="+mn-ea"/>
            </a:endParaRPr>
          </a:p>
        </p:txBody>
      </p:sp>
      <p:sp>
        <p:nvSpPr>
          <p:cNvPr id="8" name="椭圆 7"/>
          <p:cNvSpPr/>
          <p:nvPr/>
        </p:nvSpPr>
        <p:spPr>
          <a:xfrm>
            <a:off x="6208392" y="2874688"/>
            <a:ext cx="1799872" cy="1799872"/>
          </a:xfrm>
          <a:prstGeom prst="ellipse">
            <a:avLst/>
          </a:prstGeom>
          <a:solidFill>
            <a:schemeClr val="tx1">
              <a:lumMod val="65000"/>
              <a:lumOff val="35000"/>
            </a:schemeClr>
          </a:solidFill>
          <a:ln>
            <a:solidFill>
              <a:schemeClr val="tx1">
                <a:lumMod val="65000"/>
                <a:lumOff val="3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700">
              <a:solidFill>
                <a:schemeClr val="tx1">
                  <a:lumMod val="65000"/>
                  <a:lumOff val="35000"/>
                </a:schemeClr>
              </a:solidFill>
            </a:endParaRPr>
          </a:p>
        </p:txBody>
      </p:sp>
      <p:sp>
        <p:nvSpPr>
          <p:cNvPr id="10" name="文本框 9"/>
          <p:cNvSpPr txBox="1"/>
          <p:nvPr/>
        </p:nvSpPr>
        <p:spPr>
          <a:xfrm>
            <a:off x="3386192" y="5288916"/>
            <a:ext cx="1768074" cy="555625"/>
          </a:xfrm>
          <a:prstGeom prst="rect">
            <a:avLst/>
          </a:prstGeom>
        </p:spPr>
        <p:txBody>
          <a:bodyPr wrap="square">
            <a:spAutoFit/>
          </a:bodyPr>
          <a:p>
            <a:pPr algn="ctr" defTabSz="266700"/>
            <a:r>
              <a:rPr lang="zh-CN" altLang="en-US" sz="1510" b="1">
                <a:latin typeface="微软雅黑" panose="020B0503020204020204" charset="-122"/>
                <a:ea typeface="微软雅黑" panose="020B0503020204020204" charset="-122"/>
                <a:cs typeface="微软雅黑" panose="020B0503020204020204" charset="-122"/>
                <a:sym typeface="+mn-ea"/>
              </a:rPr>
              <a:t>坛泡小叶芥菜</a:t>
            </a:r>
            <a:endParaRPr lang="zh-CN" altLang="en-US" sz="1510" b="1">
              <a:latin typeface="微软雅黑" panose="020B0503020204020204" charset="-122"/>
              <a:ea typeface="微软雅黑" panose="020B0503020204020204" charset="-122"/>
              <a:cs typeface="微软雅黑" panose="020B0503020204020204" charset="-122"/>
              <a:sym typeface="+mn-ea"/>
            </a:endParaRPr>
          </a:p>
          <a:p>
            <a:pPr algn="ctr" defTabSz="266700"/>
            <a:r>
              <a:rPr lang="zh-CN" altLang="en-US" sz="1510" b="1">
                <a:latin typeface="微软雅黑" panose="020B0503020204020204" charset="-122"/>
                <a:ea typeface="微软雅黑" panose="020B0503020204020204" charset="-122"/>
                <a:cs typeface="微软雅黑" panose="020B0503020204020204" charset="-122"/>
                <a:sym typeface="+mn-ea"/>
              </a:rPr>
              <a:t>好料熬制好汤</a:t>
            </a:r>
            <a:endParaRPr lang="zh-CN" altLang="en-US" sz="1510" b="1">
              <a:latin typeface="微软雅黑" panose="020B0503020204020204" charset="-122"/>
              <a:ea typeface="微软雅黑" panose="020B0503020204020204" charset="-122"/>
              <a:cs typeface="微软雅黑" panose="020B0503020204020204" charset="-122"/>
              <a:sym typeface="+mn-ea"/>
            </a:endParaRPr>
          </a:p>
        </p:txBody>
      </p:sp>
      <p:sp>
        <p:nvSpPr>
          <p:cNvPr id="12" name="文本框 11"/>
          <p:cNvSpPr txBox="1"/>
          <p:nvPr/>
        </p:nvSpPr>
        <p:spPr>
          <a:xfrm>
            <a:off x="5768623" y="3201065"/>
            <a:ext cx="2586416" cy="1137285"/>
          </a:xfrm>
          <a:prstGeom prst="rect">
            <a:avLst/>
          </a:prstGeom>
        </p:spPr>
        <p:txBody>
          <a:bodyPr wrap="square">
            <a:spAutoFit/>
          </a:bodyPr>
          <a:p>
            <a:pPr algn="ctr" defTabSz="266700"/>
            <a:r>
              <a:rPr lang="zh-CN" altLang="en-US" sz="2270" b="1">
                <a:solidFill>
                  <a:srgbClr val="FFC000"/>
                </a:solidFill>
                <a:latin typeface="微软雅黑" panose="020B0503020204020204" charset="-122"/>
                <a:ea typeface="微软雅黑" panose="020B0503020204020204" charset="-122"/>
                <a:sym typeface="+mn-ea"/>
              </a:rPr>
              <a:t>稳定坛酵</a:t>
            </a:r>
            <a:r>
              <a:rPr lang="en-US" altLang="zh-CN" sz="2270" b="1">
                <a:solidFill>
                  <a:srgbClr val="FFC000"/>
                </a:solidFill>
                <a:latin typeface="微软雅黑" panose="020B0503020204020204" charset="-122"/>
                <a:ea typeface="微软雅黑" panose="020B0503020204020204" charset="-122"/>
                <a:sym typeface="+mn-ea"/>
              </a:rPr>
              <a:t>  </a:t>
            </a:r>
            <a:endParaRPr lang="zh-CN" altLang="en-US" sz="2270" b="1">
              <a:solidFill>
                <a:srgbClr val="FFC000"/>
              </a:solidFill>
              <a:latin typeface="微软雅黑" panose="020B0503020204020204" charset="-122"/>
              <a:ea typeface="微软雅黑" panose="020B0503020204020204" charset="-122"/>
              <a:sym typeface="+mn-ea"/>
            </a:endParaRPr>
          </a:p>
          <a:p>
            <a:pPr algn="ctr" defTabSz="266700"/>
            <a:r>
              <a:rPr lang="zh-CN" altLang="en-US" sz="2270" b="1">
                <a:solidFill>
                  <a:srgbClr val="FFC000"/>
                </a:solidFill>
                <a:latin typeface="微软雅黑" panose="020B0503020204020204" charset="-122"/>
                <a:ea typeface="微软雅黑" panose="020B0503020204020204" charset="-122"/>
                <a:sym typeface="+mn-ea"/>
              </a:rPr>
              <a:t>酸香脆爽</a:t>
            </a:r>
            <a:endParaRPr lang="zh-CN" altLang="en-US" sz="2270" b="1" i="0">
              <a:solidFill>
                <a:srgbClr val="FFC000"/>
              </a:solidFill>
              <a:latin typeface="微软雅黑" panose="020B0503020204020204" charset="-122"/>
              <a:ea typeface="微软雅黑" panose="020B0503020204020204" charset="-122"/>
              <a:sym typeface="+mn-ea"/>
            </a:endParaRPr>
          </a:p>
          <a:p>
            <a:pPr algn="ctr" defTabSz="266700"/>
            <a:endParaRPr lang="zh-CN" altLang="en-US" sz="2270" b="1" i="0">
              <a:solidFill>
                <a:srgbClr val="FFC000"/>
              </a:solidFill>
              <a:latin typeface="微软雅黑" panose="020B0503020204020204" charset="-122"/>
              <a:ea typeface="微软雅黑" panose="020B0503020204020204" charset="-122"/>
              <a:sym typeface="+mn-ea"/>
            </a:endParaRPr>
          </a:p>
        </p:txBody>
      </p:sp>
      <p:sp>
        <p:nvSpPr>
          <p:cNvPr id="37" name="文本框 36"/>
          <p:cNvSpPr txBox="1"/>
          <p:nvPr/>
        </p:nvSpPr>
        <p:spPr>
          <a:xfrm>
            <a:off x="4898685" y="5288916"/>
            <a:ext cx="1672681" cy="555625"/>
          </a:xfrm>
          <a:prstGeom prst="rect">
            <a:avLst/>
          </a:prstGeom>
        </p:spPr>
        <p:txBody>
          <a:bodyPr wrap="square">
            <a:spAutoFit/>
          </a:bodyPr>
          <a:p>
            <a:pPr algn="ctr" defTabSz="266700"/>
            <a:r>
              <a:rPr lang="en-US" altLang="zh-CN" sz="1510" b="1">
                <a:latin typeface="微软雅黑" panose="020B0503020204020204" charset="-122"/>
                <a:ea typeface="微软雅黑" panose="020B0503020204020204" charset="-122"/>
                <a:cs typeface="微软雅黑" panose="020B0503020204020204" charset="-122"/>
                <a:sym typeface="+mn-ea"/>
              </a:rPr>
              <a:t>80%</a:t>
            </a:r>
            <a:r>
              <a:rPr lang="zh-CN" altLang="en-US" sz="1510" b="1">
                <a:latin typeface="微软雅黑" panose="020B0503020204020204" charset="-122"/>
                <a:ea typeface="微软雅黑" panose="020B0503020204020204" charset="-122"/>
                <a:cs typeface="微软雅黑" panose="020B0503020204020204" charset="-122"/>
                <a:sym typeface="+mn-ea"/>
              </a:rPr>
              <a:t>茎秆部位</a:t>
            </a:r>
            <a:endParaRPr lang="zh-CN" altLang="en-US" sz="1510" b="1">
              <a:latin typeface="微软雅黑" panose="020B0503020204020204" charset="-122"/>
              <a:ea typeface="微软雅黑" panose="020B0503020204020204" charset="-122"/>
              <a:cs typeface="微软雅黑" panose="020B0503020204020204" charset="-122"/>
              <a:sym typeface="+mn-ea"/>
            </a:endParaRPr>
          </a:p>
          <a:p>
            <a:pPr algn="ctr" defTabSz="266700"/>
            <a:r>
              <a:rPr lang="zh-CN" altLang="en-US" sz="1510" b="1">
                <a:latin typeface="微软雅黑" panose="020B0503020204020204" charset="-122"/>
                <a:ea typeface="微软雅黑" panose="020B0503020204020204" charset="-122"/>
                <a:cs typeface="微软雅黑" panose="020B0503020204020204" charset="-122"/>
                <a:sym typeface="+mn-ea"/>
              </a:rPr>
              <a:t>酸菜脆爽耐煮</a:t>
            </a:r>
            <a:r>
              <a:rPr lang="en-US" altLang="zh-CN" sz="1510" b="1">
                <a:latin typeface="微软雅黑" panose="020B0503020204020204" charset="-122"/>
                <a:ea typeface="微软雅黑" panose="020B0503020204020204" charset="-122"/>
                <a:sym typeface="+mn-ea"/>
              </a:rPr>
              <a:t> </a:t>
            </a:r>
            <a:endParaRPr lang="zh-CN" altLang="en-US" sz="1510" b="1">
              <a:latin typeface="微软雅黑" panose="020B0503020204020204" charset="-122"/>
              <a:ea typeface="微软雅黑" panose="020B0503020204020204" charset="-122"/>
              <a:sym typeface="+mn-ea"/>
            </a:endParaRPr>
          </a:p>
        </p:txBody>
      </p:sp>
      <p:sp>
        <p:nvSpPr>
          <p:cNvPr id="6" name="文本框 5"/>
          <p:cNvSpPr txBox="1"/>
          <p:nvPr/>
        </p:nvSpPr>
        <p:spPr>
          <a:xfrm>
            <a:off x="167055" y="358775"/>
            <a:ext cx="2908594" cy="730885"/>
          </a:xfrm>
          <a:prstGeom prst="rect">
            <a:avLst/>
          </a:prstGeom>
          <a:noFill/>
        </p:spPr>
        <p:txBody>
          <a:bodyPr wrap="square" rtlCol="0" anchor="t">
            <a:spAutoFit/>
          </a:bodyPr>
          <a:p>
            <a:pPr algn="l">
              <a:lnSpc>
                <a:spcPct val="130000"/>
              </a:lnSpc>
            </a:pPr>
            <a:r>
              <a:rPr lang="zh-CN" altLang="en-US" sz="3200" b="1">
                <a:solidFill>
                  <a:srgbClr val="FF0000"/>
                </a:solidFill>
                <a:latin typeface="Arial" panose="020B0604020202020204" pitchFamily="34" charset="0"/>
                <a:ea typeface="微软雅黑" panose="020B0503020204020204" charset="-122"/>
                <a:sym typeface="+mn-ea"/>
              </a:rPr>
              <a:t>包装内容框架</a:t>
            </a:r>
            <a:endParaRPr lang="zh-CN" altLang="en-US" sz="3200" b="1">
              <a:solidFill>
                <a:srgbClr val="FF0000"/>
              </a:solidFill>
              <a:latin typeface="Arial" panose="020B0604020202020204" pitchFamily="34" charset="0"/>
              <a:ea typeface="微软雅黑" panose="020B0503020204020204" charset="-122"/>
              <a:sym typeface="+mn-ea"/>
            </a:endParaRPr>
          </a:p>
        </p:txBody>
      </p:sp>
      <p:sp>
        <p:nvSpPr>
          <p:cNvPr id="36" name="文本框 35"/>
          <p:cNvSpPr txBox="1"/>
          <p:nvPr/>
        </p:nvSpPr>
        <p:spPr>
          <a:xfrm>
            <a:off x="6335583" y="5288916"/>
            <a:ext cx="1924663" cy="555625"/>
          </a:xfrm>
          <a:prstGeom prst="rect">
            <a:avLst/>
          </a:prstGeom>
        </p:spPr>
        <p:txBody>
          <a:bodyPr wrap="square">
            <a:spAutoFit/>
          </a:bodyPr>
          <a:p>
            <a:pPr algn="ctr" defTabSz="266700"/>
            <a:r>
              <a:rPr lang="en-US" altLang="zh-CN" sz="1510" b="1">
                <a:latin typeface="微软雅黑" panose="020B0503020204020204" charset="-122"/>
                <a:ea typeface="微软雅黑" panose="020B0503020204020204" charset="-122"/>
                <a:cs typeface="微软雅黑" panose="020B0503020204020204" charset="-122"/>
                <a:sym typeface="+mn-ea"/>
              </a:rPr>
              <a:t>180</a:t>
            </a:r>
            <a:r>
              <a:rPr lang="zh-CN" altLang="en-US" sz="1510" b="1">
                <a:latin typeface="微软雅黑" panose="020B0503020204020204" charset="-122"/>
                <a:ea typeface="微软雅黑" panose="020B0503020204020204" charset="-122"/>
                <a:cs typeface="微软雅黑" panose="020B0503020204020204" charset="-122"/>
                <a:sym typeface="+mn-ea"/>
              </a:rPr>
              <a:t>天自然发酵</a:t>
            </a:r>
            <a:endParaRPr lang="zh-CN" altLang="en-US" sz="1510" b="1">
              <a:latin typeface="微软雅黑" panose="020B0503020204020204" charset="-122"/>
              <a:ea typeface="微软雅黑" panose="020B0503020204020204" charset="-122"/>
              <a:cs typeface="微软雅黑" panose="020B0503020204020204" charset="-122"/>
              <a:sym typeface="+mn-ea"/>
            </a:endParaRPr>
          </a:p>
          <a:p>
            <a:pPr algn="ctr" defTabSz="266700"/>
            <a:r>
              <a:rPr lang="zh-CN" altLang="en-US" sz="1510" b="1">
                <a:latin typeface="微软雅黑" panose="020B0503020204020204" charset="-122"/>
                <a:ea typeface="微软雅黑" panose="020B0503020204020204" charset="-122"/>
                <a:cs typeface="微软雅黑" panose="020B0503020204020204" charset="-122"/>
                <a:sym typeface="+mn-ea"/>
              </a:rPr>
              <a:t>添味辣酱果香</a:t>
            </a:r>
            <a:endParaRPr lang="zh-CN" altLang="en-US" sz="1510" b="1">
              <a:latin typeface="微软雅黑" panose="020B0503020204020204" charset="-122"/>
              <a:ea typeface="微软雅黑" panose="020B0503020204020204" charset="-122"/>
              <a:cs typeface="微软雅黑" panose="020B0503020204020204" charset="-122"/>
              <a:sym typeface="+mn-ea"/>
            </a:endParaRPr>
          </a:p>
        </p:txBody>
      </p:sp>
      <p:pic>
        <p:nvPicPr>
          <p:cNvPr id="15" name="图片 14"/>
          <p:cNvPicPr>
            <a:picLocks noChangeAspect="1"/>
          </p:cNvPicPr>
          <p:nvPr/>
        </p:nvPicPr>
        <p:blipFill>
          <a:blip r:embed="rId1"/>
          <a:stretch>
            <a:fillRect/>
          </a:stretch>
        </p:blipFill>
        <p:spPr>
          <a:xfrm>
            <a:off x="3386192" y="128083"/>
            <a:ext cx="1395501" cy="1078723"/>
          </a:xfrm>
          <a:prstGeom prst="rect">
            <a:avLst/>
          </a:prstGeom>
        </p:spPr>
      </p:pic>
      <p:sp>
        <p:nvSpPr>
          <p:cNvPr id="23" name="文本框 22"/>
          <p:cNvSpPr txBox="1"/>
          <p:nvPr/>
        </p:nvSpPr>
        <p:spPr>
          <a:xfrm>
            <a:off x="3386792" y="2773895"/>
            <a:ext cx="2435827" cy="933450"/>
          </a:xfrm>
          <a:prstGeom prst="rect">
            <a:avLst/>
          </a:prstGeom>
          <a:noFill/>
        </p:spPr>
        <p:txBody>
          <a:bodyPr wrap="square" rtlCol="0" anchor="t">
            <a:spAutoFit/>
          </a:bodyPr>
          <a:p>
            <a:r>
              <a:rPr lang="zh-CN" altLang="en-US" sz="1890">
                <a:latin typeface="+mn-ea"/>
                <a:sym typeface="+mn-ea"/>
              </a:rPr>
              <a:t>可以喝汤的火锅底料</a:t>
            </a:r>
            <a:r>
              <a:rPr lang="zh-CN" altLang="en-US" sz="1700">
                <a:solidFill>
                  <a:schemeClr val="tx1"/>
                </a:solidFill>
              </a:rPr>
              <a:t>加水即煮</a:t>
            </a:r>
            <a:r>
              <a:rPr lang="en-US" altLang="zh-CN" sz="1700">
                <a:solidFill>
                  <a:schemeClr val="tx1"/>
                </a:solidFill>
              </a:rPr>
              <a:t>  </a:t>
            </a:r>
            <a:r>
              <a:rPr lang="zh-CN" altLang="en-US" sz="1700">
                <a:solidFill>
                  <a:schemeClr val="tx1"/>
                </a:solidFill>
              </a:rPr>
              <a:t>免炒免调味</a:t>
            </a:r>
            <a:endParaRPr lang="zh-CN" altLang="en-US" sz="1700">
              <a:solidFill>
                <a:schemeClr val="tx1"/>
              </a:solidFill>
            </a:endParaRPr>
          </a:p>
          <a:p>
            <a:endParaRPr lang="zh-CN" altLang="en-US" sz="1890" b="1">
              <a:solidFill>
                <a:schemeClr val="tx1"/>
              </a:solidFill>
              <a:latin typeface="+mn-ea"/>
              <a:sym typeface="+mn-ea"/>
            </a:endParaRPr>
          </a:p>
        </p:txBody>
      </p:sp>
      <p:sp>
        <p:nvSpPr>
          <p:cNvPr id="3" name="文本框 2"/>
          <p:cNvSpPr txBox="1"/>
          <p:nvPr/>
        </p:nvSpPr>
        <p:spPr>
          <a:xfrm>
            <a:off x="6007406" y="4022406"/>
            <a:ext cx="2150847" cy="352425"/>
          </a:xfrm>
          <a:prstGeom prst="rect">
            <a:avLst/>
          </a:prstGeom>
          <a:noFill/>
        </p:spPr>
        <p:txBody>
          <a:bodyPr wrap="square" rtlCol="0" anchor="t">
            <a:spAutoFit/>
          </a:bodyPr>
          <a:p>
            <a:pPr algn="ctr"/>
            <a:r>
              <a:rPr lang="zh-CN" altLang="en-US" sz="1700" b="1">
                <a:solidFill>
                  <a:srgbClr val="FFC000"/>
                </a:solidFill>
                <a:sym typeface="+mn-ea"/>
              </a:rPr>
              <a:t>酸菜含量</a:t>
            </a:r>
            <a:r>
              <a:rPr lang="en-US" altLang="zh-CN" sz="1700" b="1">
                <a:solidFill>
                  <a:srgbClr val="FFC000"/>
                </a:solidFill>
                <a:sym typeface="+mn-ea"/>
              </a:rPr>
              <a:t>≥52%</a:t>
            </a:r>
            <a:endParaRPr lang="en-US" altLang="zh-CN" sz="1700" b="1">
              <a:solidFill>
                <a:srgbClr val="FFC000"/>
              </a:solidFill>
              <a:sym typeface="+mn-ea"/>
            </a:endParaRPr>
          </a:p>
        </p:txBody>
      </p:sp>
      <p:sp>
        <p:nvSpPr>
          <p:cNvPr id="5" name="文本框 4"/>
          <p:cNvSpPr txBox="1"/>
          <p:nvPr/>
        </p:nvSpPr>
        <p:spPr>
          <a:xfrm>
            <a:off x="167005" y="1206500"/>
            <a:ext cx="4740910" cy="3691255"/>
          </a:xfrm>
          <a:prstGeom prst="rect">
            <a:avLst/>
          </a:prstGeom>
          <a:noFill/>
        </p:spPr>
        <p:txBody>
          <a:bodyPr wrap="square" rtlCol="0" anchor="t">
            <a:noAutofit/>
          </a:bodyPr>
          <a:p>
            <a:r>
              <a:rPr lang="zh-CN" altLang="en-US" sz="1600">
                <a:solidFill>
                  <a:schemeClr val="tx1"/>
                </a:solidFill>
                <a:latin typeface="+mn-ea"/>
                <a:sym typeface="+mn-ea"/>
              </a:rPr>
              <a:t>一个</a:t>
            </a:r>
            <a:r>
              <a:rPr lang="en-US" altLang="zh-CN" sz="1600">
                <a:solidFill>
                  <a:schemeClr val="tx1"/>
                </a:solidFill>
                <a:latin typeface="+mn-ea"/>
                <a:sym typeface="+mn-ea"/>
              </a:rPr>
              <a:t>LOGO</a:t>
            </a:r>
            <a:endParaRPr lang="en-US" altLang="zh-CN" sz="1600">
              <a:solidFill>
                <a:schemeClr val="tx1"/>
              </a:solidFill>
              <a:latin typeface="+mn-ea"/>
              <a:sym typeface="+mn-ea"/>
            </a:endParaRPr>
          </a:p>
          <a:p>
            <a:r>
              <a:rPr lang="zh-CN" altLang="en-US" sz="1600">
                <a:solidFill>
                  <a:schemeClr val="tx1"/>
                </a:solidFill>
                <a:latin typeface="+mn-ea"/>
                <a:sym typeface="+mn-ea"/>
              </a:rPr>
              <a:t>一个产品名</a:t>
            </a:r>
            <a:endParaRPr lang="zh-CN" altLang="en-US" sz="1600">
              <a:solidFill>
                <a:schemeClr val="tx1"/>
              </a:solidFill>
              <a:latin typeface="+mn-ea"/>
              <a:sym typeface="+mn-ea"/>
            </a:endParaRPr>
          </a:p>
          <a:p>
            <a:r>
              <a:rPr lang="zh-CN" altLang="en-US" sz="1600">
                <a:solidFill>
                  <a:schemeClr val="tx1"/>
                </a:solidFill>
                <a:latin typeface="+mn-ea"/>
                <a:sym typeface="+mn-ea"/>
              </a:rPr>
              <a:t>一句讲清产品的话</a:t>
            </a:r>
            <a:endParaRPr lang="zh-CN" altLang="en-US" sz="1600">
              <a:solidFill>
                <a:schemeClr val="tx1"/>
              </a:solidFill>
              <a:latin typeface="+mn-ea"/>
              <a:sym typeface="+mn-ea"/>
            </a:endParaRPr>
          </a:p>
          <a:p>
            <a:r>
              <a:rPr lang="zh-CN" altLang="en-US" sz="1600">
                <a:solidFill>
                  <a:schemeClr val="tx1"/>
                </a:solidFill>
                <a:latin typeface="+mn-ea"/>
                <a:sym typeface="+mn-ea"/>
              </a:rPr>
              <a:t>或一个醒目图标（一级卖点）</a:t>
            </a:r>
            <a:endParaRPr lang="zh-CN" altLang="en-US" sz="1600">
              <a:solidFill>
                <a:schemeClr val="tx1"/>
              </a:solidFill>
              <a:latin typeface="+mn-ea"/>
              <a:sym typeface="+mn-ea"/>
            </a:endParaRPr>
          </a:p>
          <a:p>
            <a:r>
              <a:rPr lang="zh-CN" altLang="en-US" sz="1600">
                <a:solidFill>
                  <a:schemeClr val="tx1"/>
                </a:solidFill>
                <a:latin typeface="+mn-ea"/>
                <a:sym typeface="+mn-ea"/>
              </a:rPr>
              <a:t>三个二级卖点（可选）</a:t>
            </a:r>
            <a:endParaRPr lang="zh-CN" altLang="en-US" sz="1600">
              <a:solidFill>
                <a:schemeClr val="tx1"/>
              </a:solidFill>
              <a:latin typeface="+mn-ea"/>
              <a:sym typeface="+mn-ea"/>
            </a:endParaRPr>
          </a:p>
          <a:p>
            <a:r>
              <a:rPr lang="zh-CN" altLang="en-US" sz="1600">
                <a:solidFill>
                  <a:schemeClr val="tx1"/>
                </a:solidFill>
                <a:latin typeface="+mn-ea"/>
                <a:sym typeface="+mn-ea"/>
              </a:rPr>
              <a:t>一个信任状（可选）</a:t>
            </a:r>
            <a:endParaRPr lang="zh-CN" altLang="en-US" sz="1600">
              <a:solidFill>
                <a:schemeClr val="tx1"/>
              </a:solidFill>
              <a:latin typeface="+mn-ea"/>
              <a:sym typeface="+mn-ea"/>
            </a:endParaRPr>
          </a:p>
          <a:p>
            <a:r>
              <a:rPr lang="zh-CN" altLang="en-US" sz="1600">
                <a:solidFill>
                  <a:schemeClr val="tx1"/>
                </a:solidFill>
                <a:latin typeface="+mn-ea"/>
                <a:sym typeface="+mn-ea"/>
              </a:rPr>
              <a:t>一个视觉锤（可选）</a:t>
            </a:r>
            <a:endParaRPr lang="zh-CN" altLang="en-US" sz="1600">
              <a:solidFill>
                <a:schemeClr val="tx1"/>
              </a:solidFill>
              <a:latin typeface="+mn-ea"/>
              <a:sym typeface="+mn-ea"/>
            </a:endParaRPr>
          </a:p>
        </p:txBody>
      </p:sp>
      <p:pic>
        <p:nvPicPr>
          <p:cNvPr id="25" name="图片 8"/>
          <p:cNvPicPr>
            <a:picLocks noChangeAspect="1"/>
          </p:cNvPicPr>
          <p:nvPr/>
        </p:nvPicPr>
        <p:blipFill>
          <a:blip r:embed="rId2"/>
          <a:stretch>
            <a:fillRect/>
          </a:stretch>
        </p:blipFill>
        <p:spPr>
          <a:xfrm>
            <a:off x="8297862" y="358775"/>
            <a:ext cx="3221990" cy="576199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441" name=""/>
        <p:cNvGrpSpPr/>
        <p:nvPr/>
      </p:nvGrpSpPr>
      <p:grpSpPr/>
      <p:sp>
        <p:nvSpPr>
          <p:cNvPr id="1048915" name="标题 1"/>
          <p:cNvSpPr txBox="1"/>
          <p:nvPr/>
        </p:nvSpPr>
        <p:spPr>
          <a:xfrm>
            <a:off x="513658" y="232858"/>
            <a:ext cx="9782306" cy="496652"/>
          </a:xfrm>
          <a:prstGeom prst="rect">
            <a:avLst/>
          </a:prstGeom>
        </p:spPr>
        <p:txBody>
          <a:bodyPr vert="horz" lIns="80994" tIns="40497" rIns="80994" bIns="40497" rtlCol="0" anchor="b">
            <a:noAutofit/>
          </a:bodyPr>
          <a:lstStyle>
            <a:lvl1pPr algn="ctr" defTabSz="975360" rtl="0" eaLnBrk="1" latinLnBrk="0" hangingPunct="1">
              <a:lnSpc>
                <a:spcPct val="90000"/>
              </a:lnSpc>
              <a:spcBef>
                <a:spcPct val="0"/>
              </a:spcBef>
              <a:buNone/>
              <a:defRPr sz="6400" kern="1200">
                <a:solidFill>
                  <a:schemeClr val="tx1"/>
                </a:solidFill>
                <a:latin typeface="+mj-lt"/>
                <a:ea typeface="+mj-ea"/>
                <a:cs typeface="+mj-cs"/>
              </a:defRPr>
            </a:lvl1pPr>
          </a:lstStyle>
          <a:p>
            <a:pPr algn="l">
              <a:lnSpc>
                <a:spcPct val="130000"/>
              </a:lnSpc>
              <a:spcBef>
                <a:spcPts val="1175"/>
              </a:spcBef>
            </a:pPr>
            <a:r>
              <a:rPr lang="zh-CN" altLang="en-US" sz="2835" b="1" dirty="0">
                <a:solidFill>
                  <a:schemeClr val="tx1"/>
                </a:solidFill>
                <a:latin typeface="微软雅黑" panose="020B0503020204020204" charset="-122"/>
                <a:ea typeface="微软雅黑" panose="020B0503020204020204" charset="-122"/>
              </a:rPr>
              <a:t>产</a:t>
            </a:r>
            <a:r>
              <a:rPr lang="zh-CN" altLang="en-US" sz="2835" b="1" dirty="0">
                <a:solidFill>
                  <a:schemeClr val="tx1"/>
                </a:solidFill>
                <a:latin typeface="微软雅黑" panose="020B0503020204020204" charset="-122"/>
                <a:ea typeface="微软雅黑" panose="020B0503020204020204" charset="-122"/>
              </a:rPr>
              <a:t>品主</a:t>
            </a:r>
            <a:r>
              <a:rPr lang="en-US" altLang="zh-CN" sz="2835" b="1" dirty="0">
                <a:solidFill>
                  <a:schemeClr val="tx1"/>
                </a:solidFill>
                <a:latin typeface="微软雅黑" panose="020B0503020204020204" charset="-122"/>
                <a:ea typeface="微软雅黑" panose="020B0503020204020204" charset="-122"/>
              </a:rPr>
              <a:t>KV</a:t>
            </a:r>
            <a:r>
              <a:rPr lang="zh-CN" altLang="en-US" sz="2835" b="1" dirty="0">
                <a:solidFill>
                  <a:schemeClr val="tx1"/>
                </a:solidFill>
                <a:latin typeface="微软雅黑" panose="020B0503020204020204" charset="-122"/>
                <a:ea typeface="微软雅黑" panose="020B0503020204020204" charset="-122"/>
              </a:rPr>
              <a:t>内容</a:t>
            </a:r>
            <a:r>
              <a:rPr lang="zh-CN" altLang="en-US" sz="2835" b="1" dirty="0">
                <a:solidFill>
                  <a:schemeClr val="tx1"/>
                </a:solidFill>
                <a:latin typeface="微软雅黑" panose="020B0503020204020204" charset="-122"/>
                <a:ea typeface="微软雅黑" panose="020B0503020204020204" charset="-122"/>
              </a:rPr>
              <a:t>框架</a:t>
            </a:r>
            <a:endParaRPr lang="zh-CN" altLang="en-US" sz="2835" b="1" dirty="0">
              <a:solidFill>
                <a:schemeClr val="tx1"/>
              </a:solidFill>
              <a:latin typeface="微软雅黑" panose="020B0503020204020204" charset="-122"/>
              <a:ea typeface="微软雅黑" panose="020B0503020204020204" charset="-122"/>
            </a:endParaRPr>
          </a:p>
        </p:txBody>
      </p:sp>
      <p:sp>
        <p:nvSpPr>
          <p:cNvPr id="5" name="文本框 4"/>
          <p:cNvSpPr txBox="1"/>
          <p:nvPr/>
        </p:nvSpPr>
        <p:spPr>
          <a:xfrm>
            <a:off x="448310" y="960120"/>
            <a:ext cx="4740910" cy="3691255"/>
          </a:xfrm>
          <a:prstGeom prst="rect">
            <a:avLst/>
          </a:prstGeom>
          <a:noFill/>
        </p:spPr>
        <p:txBody>
          <a:bodyPr wrap="square" rtlCol="0" anchor="t">
            <a:noAutofit/>
          </a:bodyPr>
          <a:p>
            <a:r>
              <a:rPr lang="zh-CN" altLang="en-US" sz="1890">
                <a:solidFill>
                  <a:schemeClr val="tx1"/>
                </a:solidFill>
                <a:latin typeface="+mn-ea"/>
                <a:sym typeface="+mn-ea"/>
              </a:rPr>
              <a:t>一个</a:t>
            </a:r>
            <a:r>
              <a:rPr lang="en-US" altLang="zh-CN" sz="1890">
                <a:solidFill>
                  <a:schemeClr val="tx1"/>
                </a:solidFill>
                <a:latin typeface="+mn-ea"/>
                <a:sym typeface="+mn-ea"/>
              </a:rPr>
              <a:t>LOGO</a:t>
            </a:r>
            <a:endParaRPr lang="en-US" altLang="zh-CN" sz="1890">
              <a:solidFill>
                <a:schemeClr val="tx1"/>
              </a:solidFill>
              <a:latin typeface="+mn-ea"/>
              <a:sym typeface="+mn-ea"/>
            </a:endParaRPr>
          </a:p>
          <a:p>
            <a:r>
              <a:rPr lang="zh-CN" altLang="en-US" sz="1890">
                <a:solidFill>
                  <a:schemeClr val="tx1"/>
                </a:solidFill>
                <a:latin typeface="+mn-ea"/>
                <a:sym typeface="+mn-ea"/>
              </a:rPr>
              <a:t>一个产品</a:t>
            </a:r>
            <a:r>
              <a:rPr lang="zh-CN" altLang="en-US" sz="1890">
                <a:solidFill>
                  <a:schemeClr val="tx1"/>
                </a:solidFill>
                <a:latin typeface="+mn-ea"/>
                <a:sym typeface="+mn-ea"/>
              </a:rPr>
              <a:t>名</a:t>
            </a:r>
            <a:endParaRPr lang="zh-CN" altLang="en-US" sz="1890">
              <a:solidFill>
                <a:schemeClr val="tx1"/>
              </a:solidFill>
              <a:latin typeface="+mn-ea"/>
              <a:sym typeface="+mn-ea"/>
            </a:endParaRPr>
          </a:p>
          <a:p>
            <a:r>
              <a:rPr lang="zh-CN" altLang="en-US" sz="1890">
                <a:solidFill>
                  <a:schemeClr val="tx1"/>
                </a:solidFill>
                <a:latin typeface="+mn-ea"/>
                <a:sym typeface="+mn-ea"/>
              </a:rPr>
              <a:t>一个产品</a:t>
            </a:r>
            <a:r>
              <a:rPr lang="zh-CN" altLang="en-US" sz="1890">
                <a:solidFill>
                  <a:schemeClr val="tx1"/>
                </a:solidFill>
                <a:latin typeface="+mn-ea"/>
                <a:sym typeface="+mn-ea"/>
              </a:rPr>
              <a:t>照片</a:t>
            </a:r>
            <a:endParaRPr lang="zh-CN" altLang="en-US" sz="1890">
              <a:solidFill>
                <a:schemeClr val="tx1"/>
              </a:solidFill>
              <a:latin typeface="+mn-ea"/>
              <a:sym typeface="+mn-ea"/>
            </a:endParaRPr>
          </a:p>
          <a:p>
            <a:r>
              <a:rPr lang="zh-CN" altLang="en-US" sz="1890">
                <a:solidFill>
                  <a:schemeClr val="tx1"/>
                </a:solidFill>
                <a:latin typeface="+mn-ea"/>
                <a:sym typeface="+mn-ea"/>
              </a:rPr>
              <a:t>一句讲清产品的</a:t>
            </a:r>
            <a:r>
              <a:rPr lang="zh-CN" altLang="en-US" sz="1890">
                <a:solidFill>
                  <a:schemeClr val="tx1"/>
                </a:solidFill>
                <a:latin typeface="+mn-ea"/>
                <a:sym typeface="+mn-ea"/>
              </a:rPr>
              <a:t>话</a:t>
            </a:r>
            <a:endParaRPr lang="zh-CN" altLang="en-US" sz="1890">
              <a:solidFill>
                <a:schemeClr val="tx1"/>
              </a:solidFill>
              <a:latin typeface="+mn-ea"/>
              <a:sym typeface="+mn-ea"/>
            </a:endParaRPr>
          </a:p>
          <a:p>
            <a:r>
              <a:rPr lang="zh-CN" altLang="en-US" sz="1890">
                <a:solidFill>
                  <a:schemeClr val="tx1"/>
                </a:solidFill>
                <a:latin typeface="+mn-ea"/>
                <a:sym typeface="+mn-ea"/>
              </a:rPr>
              <a:t>或一个醒目图标（一级卖</a:t>
            </a:r>
            <a:r>
              <a:rPr lang="zh-CN" altLang="en-US" sz="1890">
                <a:solidFill>
                  <a:schemeClr val="tx1"/>
                </a:solidFill>
                <a:latin typeface="+mn-ea"/>
                <a:sym typeface="+mn-ea"/>
              </a:rPr>
              <a:t>点）</a:t>
            </a:r>
            <a:endParaRPr lang="zh-CN" altLang="en-US" sz="1890">
              <a:solidFill>
                <a:schemeClr val="tx1"/>
              </a:solidFill>
              <a:latin typeface="+mn-ea"/>
              <a:sym typeface="+mn-ea"/>
            </a:endParaRPr>
          </a:p>
          <a:p>
            <a:r>
              <a:rPr lang="zh-CN" altLang="en-US" sz="1890">
                <a:solidFill>
                  <a:schemeClr val="tx1"/>
                </a:solidFill>
                <a:latin typeface="+mn-ea"/>
                <a:sym typeface="+mn-ea"/>
              </a:rPr>
              <a:t>三个二级卖点（可</a:t>
            </a:r>
            <a:r>
              <a:rPr lang="zh-CN" altLang="en-US" sz="1890">
                <a:solidFill>
                  <a:schemeClr val="tx1"/>
                </a:solidFill>
                <a:latin typeface="+mn-ea"/>
                <a:sym typeface="+mn-ea"/>
              </a:rPr>
              <a:t>选）</a:t>
            </a:r>
            <a:endParaRPr lang="zh-CN" altLang="en-US" sz="1890">
              <a:solidFill>
                <a:schemeClr val="tx1"/>
              </a:solidFill>
              <a:latin typeface="+mn-ea"/>
              <a:sym typeface="+mn-ea"/>
            </a:endParaRPr>
          </a:p>
          <a:p>
            <a:r>
              <a:rPr lang="zh-CN" altLang="en-US" sz="1890">
                <a:solidFill>
                  <a:schemeClr val="tx1"/>
                </a:solidFill>
                <a:latin typeface="+mn-ea"/>
                <a:sym typeface="+mn-ea"/>
              </a:rPr>
              <a:t>一个信任状（可</a:t>
            </a:r>
            <a:r>
              <a:rPr lang="zh-CN" altLang="en-US" sz="1890">
                <a:solidFill>
                  <a:schemeClr val="tx1"/>
                </a:solidFill>
                <a:latin typeface="+mn-ea"/>
                <a:sym typeface="+mn-ea"/>
              </a:rPr>
              <a:t>选）</a:t>
            </a:r>
            <a:endParaRPr lang="zh-CN" altLang="en-US" sz="1890">
              <a:solidFill>
                <a:schemeClr val="tx1"/>
              </a:solidFill>
              <a:latin typeface="+mn-ea"/>
              <a:sym typeface="+mn-ea"/>
            </a:endParaRPr>
          </a:p>
          <a:p>
            <a:r>
              <a:rPr lang="zh-CN" altLang="en-US" sz="1890">
                <a:solidFill>
                  <a:schemeClr val="tx1"/>
                </a:solidFill>
                <a:latin typeface="+mn-ea"/>
                <a:sym typeface="+mn-ea"/>
              </a:rPr>
              <a:t>一个视觉锤（可</a:t>
            </a:r>
            <a:r>
              <a:rPr lang="zh-CN" altLang="en-US" sz="1890">
                <a:solidFill>
                  <a:schemeClr val="tx1"/>
                </a:solidFill>
                <a:latin typeface="+mn-ea"/>
                <a:sym typeface="+mn-ea"/>
              </a:rPr>
              <a:t>选）</a:t>
            </a:r>
            <a:endParaRPr lang="zh-CN" altLang="en-US" sz="1890">
              <a:solidFill>
                <a:schemeClr val="tx1"/>
              </a:solidFill>
              <a:latin typeface="+mn-ea"/>
              <a:sym typeface="+mn-ea"/>
            </a:endParaRPr>
          </a:p>
          <a:p>
            <a:r>
              <a:rPr lang="zh-CN" altLang="en-US" sz="1890">
                <a:solidFill>
                  <a:schemeClr val="tx1"/>
                </a:solidFill>
                <a:latin typeface="+mn-ea"/>
                <a:sym typeface="+mn-ea"/>
              </a:rPr>
              <a:t>一个联系</a:t>
            </a:r>
            <a:r>
              <a:rPr lang="zh-CN" altLang="en-US" sz="1890">
                <a:solidFill>
                  <a:schemeClr val="tx1"/>
                </a:solidFill>
                <a:latin typeface="+mn-ea"/>
                <a:sym typeface="+mn-ea"/>
              </a:rPr>
              <a:t>方式</a:t>
            </a:r>
            <a:endParaRPr lang="zh-CN" altLang="en-US" sz="1890">
              <a:solidFill>
                <a:schemeClr val="tx1"/>
              </a:solidFill>
              <a:latin typeface="+mn-ea"/>
              <a:sym typeface="+mn-ea"/>
            </a:endParaRPr>
          </a:p>
          <a:p>
            <a:r>
              <a:rPr lang="zh-CN" altLang="en-US" sz="1890">
                <a:solidFill>
                  <a:schemeClr val="tx1"/>
                </a:solidFill>
                <a:latin typeface="+mn-ea"/>
                <a:sym typeface="+mn-ea"/>
              </a:rPr>
              <a:t>一个落格形式可延</a:t>
            </a:r>
            <a:r>
              <a:rPr lang="zh-CN" altLang="en-US" sz="1890">
                <a:solidFill>
                  <a:schemeClr val="tx1"/>
                </a:solidFill>
                <a:latin typeface="+mn-ea"/>
                <a:sym typeface="+mn-ea"/>
              </a:rPr>
              <a:t>展</a:t>
            </a:r>
            <a:endParaRPr lang="zh-CN" altLang="en-US" sz="1890">
              <a:solidFill>
                <a:schemeClr val="tx1"/>
              </a:solidFill>
              <a:latin typeface="+mn-ea"/>
              <a:sym typeface="+mn-ea"/>
            </a:endParaRPr>
          </a:p>
        </p:txBody>
      </p:sp>
      <p:pic>
        <p:nvPicPr>
          <p:cNvPr id="2097425" name="图片 4" descr="01主海报"/>
          <p:cNvPicPr>
            <a:picLocks noChangeAspect="1"/>
          </p:cNvPicPr>
          <p:nvPr/>
        </p:nvPicPr>
        <p:blipFill>
          <a:blip r:embed="rId1"/>
          <a:srcRect/>
          <a:stretch>
            <a:fillRect/>
          </a:stretch>
        </p:blipFill>
        <p:spPr>
          <a:xfrm>
            <a:off x="8308975" y="0"/>
            <a:ext cx="3210560" cy="608711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530" name=""/>
        <p:cNvGrpSpPr/>
        <p:nvPr/>
      </p:nvGrpSpPr>
      <p:grpSpPr/>
      <p:pic>
        <p:nvPicPr>
          <p:cNvPr id="2097564" name="图片 1" descr="五步打爆大单品+方法论源文件+锦成+20230924_画板 1 副本 5"/>
          <p:cNvPicPr>
            <a:picLocks noChangeAspect="1"/>
          </p:cNvPicPr>
          <p:nvPr/>
        </p:nvPicPr>
        <p:blipFill>
          <a:blip r:embed="rId1"/>
          <a:stretch>
            <a:fillRect/>
          </a:stretch>
        </p:blipFill>
        <p:spPr>
          <a:xfrm>
            <a:off x="2152" y="0"/>
            <a:ext cx="11514597" cy="6479540"/>
          </a:xfrm>
          <a:prstGeom prst="rect">
            <a:avLst/>
          </a:prstGeom>
        </p:spPr>
      </p:pic>
      <p:sp>
        <p:nvSpPr>
          <p:cNvPr id="3" name="文本框 2"/>
          <p:cNvSpPr txBox="1"/>
          <p:nvPr/>
        </p:nvSpPr>
        <p:spPr>
          <a:xfrm>
            <a:off x="4076700" y="1800225"/>
            <a:ext cx="1878330" cy="368300"/>
          </a:xfrm>
          <a:prstGeom prst="rect">
            <a:avLst/>
          </a:prstGeom>
          <a:noFill/>
        </p:spPr>
        <p:txBody>
          <a:bodyPr wrap="square" rtlCol="0">
            <a:spAutoFit/>
          </a:bodyPr>
          <a:p>
            <a:r>
              <a:rPr lang="zh-CN" altLang="en-US" b="1">
                <a:solidFill>
                  <a:srgbClr val="C00000"/>
                </a:solidFill>
              </a:rPr>
              <a:t>用户座谈会测品</a:t>
            </a:r>
            <a:endParaRPr lang="zh-CN" altLang="en-US" b="1">
              <a:solidFill>
                <a:srgbClr val="C00000"/>
              </a:solidFill>
            </a:endParaRPr>
          </a:p>
        </p:txBody>
      </p:sp>
      <p:sp>
        <p:nvSpPr>
          <p:cNvPr id="2" name="文本框 1"/>
          <p:cNvSpPr txBox="1"/>
          <p:nvPr/>
        </p:nvSpPr>
        <p:spPr>
          <a:xfrm>
            <a:off x="6009005" y="1800225"/>
            <a:ext cx="1878330" cy="368300"/>
          </a:xfrm>
          <a:prstGeom prst="rect">
            <a:avLst/>
          </a:prstGeom>
          <a:noFill/>
        </p:spPr>
        <p:txBody>
          <a:bodyPr wrap="square" rtlCol="0">
            <a:spAutoFit/>
          </a:bodyPr>
          <a:p>
            <a:r>
              <a:rPr lang="zh-CN" altLang="en-US" b="1">
                <a:solidFill>
                  <a:srgbClr val="C00000"/>
                </a:solidFill>
              </a:rPr>
              <a:t>湖北市场标</a:t>
            </a:r>
            <a:r>
              <a:rPr lang="zh-CN" altLang="en-US" b="1">
                <a:solidFill>
                  <a:srgbClr val="C00000"/>
                </a:solidFill>
              </a:rPr>
              <a:t>杆</a:t>
            </a:r>
            <a:endParaRPr lang="zh-CN" altLang="en-US" b="1">
              <a:solidFill>
                <a:srgbClr val="C00000"/>
              </a:solidFill>
            </a:endParaRPr>
          </a:p>
        </p:txBody>
      </p:sp>
    </p:spTree>
    <p:custDataLst>
      <p:tags r:id="rId2"/>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459" name=""/>
        <p:cNvGrpSpPr/>
        <p:nvPr/>
      </p:nvGrpSpPr>
      <p:grpSpPr/>
      <p:pic>
        <p:nvPicPr>
          <p:cNvPr id="2097604" name="图片 1" descr="五步打爆大单品+方法论源文件+锦成+20230924_画板 1 副本 13"/>
          <p:cNvPicPr>
            <a:picLocks noChangeAspect="1"/>
          </p:cNvPicPr>
          <p:nvPr/>
        </p:nvPicPr>
        <p:blipFill>
          <a:blip r:embed="rId1"/>
          <a:stretch>
            <a:fillRect/>
          </a:stretch>
        </p:blipFill>
        <p:spPr>
          <a:xfrm>
            <a:off x="2716" y="99"/>
            <a:ext cx="11514102" cy="6479342"/>
          </a:xfrm>
          <a:prstGeom prst="rect">
            <a:avLst/>
          </a:prstGeom>
        </p:spPr>
      </p:pic>
      <p:sp>
        <p:nvSpPr>
          <p:cNvPr id="1048959" name="文本框 2"/>
          <p:cNvSpPr txBox="1"/>
          <p:nvPr/>
        </p:nvSpPr>
        <p:spPr>
          <a:xfrm>
            <a:off x="439345" y="1486694"/>
            <a:ext cx="10574849" cy="499110"/>
          </a:xfrm>
          <a:prstGeom prst="rect">
            <a:avLst/>
          </a:prstGeom>
          <a:noFill/>
        </p:spPr>
        <p:txBody>
          <a:bodyPr wrap="square" rtlCol="0">
            <a:spAutoFit/>
          </a:bodyPr>
          <a:p>
            <a:pPr algn="dist"/>
            <a:r>
              <a:rPr lang="zh-CN" sz="2645" b="1">
                <a:solidFill>
                  <a:srgbClr val="C00000"/>
                </a:solidFill>
              </a:rPr>
              <a:t>大单品的价值：低成本、高利润、极致用户体验</a:t>
            </a:r>
            <a:endParaRPr lang="zh-CN" sz="2645" b="1">
              <a:solidFill>
                <a:srgbClr val="C00000"/>
              </a:solidFill>
            </a:endParaRPr>
          </a:p>
        </p:txBody>
      </p:sp>
      <p:pic>
        <p:nvPicPr>
          <p:cNvPr id="2" name="图片 1" descr="24"/>
          <p:cNvPicPr>
            <a:picLocks noChangeAspect="1"/>
          </p:cNvPicPr>
          <p:nvPr/>
        </p:nvPicPr>
        <p:blipFill>
          <a:blip r:embed="rId2"/>
          <a:stretch>
            <a:fillRect/>
          </a:stretch>
        </p:blipFill>
        <p:spPr>
          <a:xfrm>
            <a:off x="7962265" y="3114675"/>
            <a:ext cx="1186815" cy="1186815"/>
          </a:xfrm>
          <a:prstGeom prst="rect">
            <a:avLst/>
          </a:prstGeom>
        </p:spPr>
      </p:pic>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TABLE_ENDDRAG_ORIGIN_RECT" val="835*414"/>
  <p:tag name="TABLE_ENDDRAG_RECT" val="33*20*835*414"/>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wm#"/>
  <p:tag name="KSO_WM_TEMPLATE_CATEGORY" val="custom"/>
  <p:tag name="KSO_WM_TEMPLATE_INDEX" val="20205081"/>
</p:tagLst>
</file>

<file path=ppt/tags/tag68.xml><?xml version="1.0" encoding="utf-8"?>
<p:tagLst xmlns:p="http://schemas.openxmlformats.org/presentationml/2006/main">
  <p:tag name="TABLE_ENDDRAG_ORIGIN_RECT" val="845*397"/>
  <p:tag name="TABLE_ENDDRAG_RECT" val="38*70*845*397"/>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UNIT_PLACING_PICTURE_USER_VIEWPORT" val="{&quot;height&quot;:7063,&quot;width&quot;:18140}"/>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TABLE_ENDDRAG_ORIGIN_RECT" val="813*448"/>
  <p:tag name="TABLE_ENDDRAG_RECT" val="64*48*813*448"/>
</p:tagLst>
</file>

<file path=ppt/tags/tag81.xml><?xml version="1.0" encoding="utf-8"?>
<p:tagLst xmlns:p="http://schemas.openxmlformats.org/presentationml/2006/main">
  <p:tag name="KSO_WM_BEAUTIFY_FLAG" val="#wm#"/>
  <p:tag name="KSO_WM_TEMPLATE_CATEGORY" val="custom"/>
  <p:tag name="KSO_WM_TEMPLATE_INDEX" val="20205176"/>
</p:tagLst>
</file>

<file path=ppt/tags/tag82.xml><?xml version="1.0" encoding="utf-8"?>
<p:tagLst xmlns:p="http://schemas.openxmlformats.org/presentationml/2006/main">
  <p:tag name="KSO_WM_BEAUTIFY_FLAG" val="#wm#"/>
  <p:tag name="KSO_WM_TEMPLATE_CATEGORY" val="custom"/>
  <p:tag name="KSO_WM_TEMPLATE_INDEX" val="20205081"/>
</p:tagLst>
</file>

<file path=ppt/tags/tag83.xml><?xml version="1.0" encoding="utf-8"?>
<p:tagLst xmlns:p="http://schemas.openxmlformats.org/presentationml/2006/main">
  <p:tag name="KSO_WM_BEAUTIFY_FLAG" val="#wm#"/>
  <p:tag name="KSO_WM_TEMPLATE_CATEGORY" val="custom"/>
  <p:tag name="KSO_WM_TEMPLATE_INDEX" val="20205176"/>
</p:tagLst>
</file>

<file path=ppt/tags/tag84.xml><?xml version="1.0" encoding="utf-8"?>
<p:tagLst xmlns:p="http://schemas.openxmlformats.org/presentationml/2006/main">
  <p:tag name="KSO_WM_BEAUTIFY_FLAG" val="#wm#"/>
  <p:tag name="KSO_WM_TEMPLATE_CATEGORY" val="custom"/>
  <p:tag name="KSO_WM_TEMPLATE_INDEX" val="20205176"/>
</p:tagLst>
</file>

<file path=ppt/tags/tag85.xml><?xml version="1.0" encoding="utf-8"?>
<p:tagLst xmlns:p="http://schemas.openxmlformats.org/presentationml/2006/main">
  <p:tag name="KSO_WM_BEAUTIFY_FLAG" val="#wm#"/>
  <p:tag name="KSO_WM_TEMPLATE_CATEGORY" val="custom"/>
  <p:tag name="KSO_WM_TEMPLATE_INDEX" val="20205176"/>
</p:tagLst>
</file>

<file path=ppt/theme/theme1.xml><?xml version="1.0" encoding="utf-8"?>
<a:theme xmlns:a="http://schemas.openxmlformats.org/drawingml/2006/main" name="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3035</Words>
  <Application>WPS 演示</Application>
  <PresentationFormat/>
  <Paragraphs>604</Paragraphs>
  <Slides>21</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21</vt:i4>
      </vt:variant>
    </vt:vector>
  </HeadingPairs>
  <TitlesOfParts>
    <vt:vector size="31" baseType="lpstr">
      <vt:lpstr>Arial</vt:lpstr>
      <vt:lpstr>宋体</vt:lpstr>
      <vt:lpstr>Wingdings</vt:lpstr>
      <vt:lpstr>Wingdings</vt:lpstr>
      <vt:lpstr>微软雅黑</vt:lpstr>
      <vt:lpstr>微软雅黑 Light</vt:lpstr>
      <vt:lpstr>Arial</vt:lpstr>
      <vt:lpstr>Arial Unicode MS</vt:lpstr>
      <vt:lpstr>Calibri</vt:lpstr>
      <vt:lpstr>Office 主题​​</vt:lpstr>
      <vt:lpstr>PowerPoint 演示文稿</vt:lpstr>
      <vt:lpstr>PowerPoint 演示文稿</vt:lpstr>
      <vt:lpstr>PowerPoint 演示文稿</vt:lpstr>
      <vt:lpstr>PowerPoint 演示文稿</vt:lpstr>
      <vt:lpstr>PowerPoint 演示文稿</vt:lpstr>
      <vt:lpstr>大数据  大痛点  找大差异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朗诺-爆品打造</dc:title>
  <dc:creator>MRR-W29</dc:creator>
  <cp:lastModifiedBy>太白锦成 品跃</cp:lastModifiedBy>
  <cp:revision>253</cp:revision>
  <dcterms:created xsi:type="dcterms:W3CDTF">2025-05-10T13:31:00Z</dcterms:created>
  <dcterms:modified xsi:type="dcterms:W3CDTF">2025-11-30T02:09:01Z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2052-12.1.0.22175</vt:lpwstr>
  </property>
  <property fmtid="{D5CDD505-2E9C-101B-9397-08002B2CF9AE}" pid="3" name="ICV">
    <vt:lpwstr>A634A759451448E1B3F055EF4128B2BA_13</vt:lpwstr>
  </property>
</Properties>
</file>